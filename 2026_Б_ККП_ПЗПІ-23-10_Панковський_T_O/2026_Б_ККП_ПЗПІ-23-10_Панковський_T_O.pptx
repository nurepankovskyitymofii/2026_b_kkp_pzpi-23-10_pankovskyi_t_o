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Default Extension="fntdata" ContentType="application/x-fontdata"/>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59" r:id="rId1"/>
  </p:sldMasterIdLst>
  <p:notesMasterIdLst>
    <p:notesMasterId r:id="rId15"/>
  </p:notesMasterIdLst>
  <p:sldIdLst>
    <p:sldId id="256" r:id="rId2"/>
    <p:sldId id="257" r:id="rId3"/>
    <p:sldId id="258" r:id="rId4"/>
    <p:sldId id="259" r:id="rId5"/>
    <p:sldId id="260" r:id="rId6"/>
    <p:sldId id="261" r:id="rId7"/>
    <p:sldId id="262" r:id="rId8"/>
    <p:sldId id="263" r:id="rId9"/>
    <p:sldId id="264" r:id="rId10"/>
    <p:sldId id="265" r:id="rId11"/>
    <p:sldId id="268" r:id="rId12"/>
    <p:sldId id="269" r:id="rId13"/>
    <p:sldId id="267" r:id="rId14"/>
  </p:sldIdLst>
  <p:sldSz cx="9144000" cy="5143500" type="screen16x9"/>
  <p:notesSz cx="6858000" cy="9144000"/>
  <p:embeddedFontLst>
    <p:embeddedFont>
      <p:font typeface="Economica" panose="020B0604020202020204" charset="0"/>
      <p:regular r:id="rId16"/>
      <p:bold r:id="rId17"/>
      <p:italic r:id="rId18"/>
      <p:boldItalic r:id="rId19"/>
    </p:embeddedFont>
    <p:embeddedFont>
      <p:font typeface="Open Sans" panose="020B0606030504020204" pitchFamily="34" charset="0"/>
      <p:regular r:id="rId20"/>
      <p:bold r:id="rId21"/>
      <p:italic r:id="rId22"/>
      <p:boldItalic r:id="rId23"/>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Помірний стиль 2 – акцент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Без стилю та сітки таблиці">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6013" autoAdjust="0"/>
    <p:restoredTop sz="94660"/>
  </p:normalViewPr>
  <p:slideViewPr>
    <p:cSldViewPr snapToGrid="0">
      <p:cViewPr>
        <p:scale>
          <a:sx n="100" d="100"/>
          <a:sy n="100" d="100"/>
        </p:scale>
        <p:origin x="1176" y="786"/>
      </p:cViewPr>
      <p:guideLst>
        <p:guide orient="horz" pos="162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font" Target="fonts/font3.fntdata"/><Relationship Id="rId26" Type="http://schemas.openxmlformats.org/officeDocument/2006/relationships/theme" Target="theme/theme1.xml"/><Relationship Id="rId3" Type="http://schemas.openxmlformats.org/officeDocument/2006/relationships/slide" Target="slides/slide2.xml"/><Relationship Id="rId21" Type="http://schemas.openxmlformats.org/officeDocument/2006/relationships/font" Target="fonts/font6.fnt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font" Target="fonts/font2.fntdata"/><Relationship Id="rId25"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font" Target="fonts/font1.fntdata"/><Relationship Id="rId20" Type="http://schemas.openxmlformats.org/officeDocument/2006/relationships/font" Target="fonts/font5.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notesMaster" Target="notesMasters/notesMaster1.xml"/><Relationship Id="rId23" Type="http://schemas.openxmlformats.org/officeDocument/2006/relationships/font" Target="fonts/font8.fntdata"/><Relationship Id="rId10" Type="http://schemas.openxmlformats.org/officeDocument/2006/relationships/slide" Target="slides/slide9.xml"/><Relationship Id="rId19" Type="http://schemas.openxmlformats.org/officeDocument/2006/relationships/font" Target="fonts/font4.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font" Target="fonts/font7.fntdata"/><Relationship Id="rId27"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txBody>
          <a:bodyPr/>
          <a:lstStyle/>
          <a:p>
            <a:endParaRPr lang="uk-UA"/>
          </a:p>
        </p:txBody>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extLst>
      <p:ext uri="{BB962C8B-B14F-4D97-AF65-F5344CB8AC3E}">
        <p14:creationId xmlns:p14="http://schemas.microsoft.com/office/powerpoint/2010/main" val="1710137482"/>
      </p:ext>
    </p:extLst>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8"/>
        <p:cNvGrpSpPr/>
        <p:nvPr/>
      </p:nvGrpSpPr>
      <p:grpSpPr>
        <a:xfrm>
          <a:off x="0" y="0"/>
          <a:ext cx="0" cy="0"/>
          <a:chOff x="0" y="0"/>
          <a:chExt cx="0" cy="0"/>
        </a:xfrm>
      </p:grpSpPr>
      <p:sp>
        <p:nvSpPr>
          <p:cNvPr id="59" name="Google Shape;59;p: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uk-UA"/>
          </a:p>
        </p:txBody>
      </p:sp>
      <p:sp>
        <p:nvSpPr>
          <p:cNvPr id="60" name="Google Shape;60;p: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7"/>
        <p:cNvGrpSpPr/>
        <p:nvPr/>
      </p:nvGrpSpPr>
      <p:grpSpPr>
        <a:xfrm>
          <a:off x="0" y="0"/>
          <a:ext cx="0" cy="0"/>
          <a:chOff x="0" y="0"/>
          <a:chExt cx="0" cy="0"/>
        </a:xfrm>
      </p:grpSpPr>
      <p:sp>
        <p:nvSpPr>
          <p:cNvPr id="68" name="Google Shape;68;g20ddf966691_0_16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uk-UA"/>
          </a:p>
        </p:txBody>
      </p:sp>
      <p:sp>
        <p:nvSpPr>
          <p:cNvPr id="69" name="Google Shape;69;g20ddf966691_0_16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4"/>
        <p:cNvGrpSpPr/>
        <p:nvPr/>
      </p:nvGrpSpPr>
      <p:grpSpPr>
        <a:xfrm>
          <a:off x="0" y="0"/>
          <a:ext cx="0" cy="0"/>
          <a:chOff x="0" y="0"/>
          <a:chExt cx="0" cy="0"/>
        </a:xfrm>
      </p:grpSpPr>
      <p:sp>
        <p:nvSpPr>
          <p:cNvPr id="75" name="Google Shape;75;g2e16b2adad1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uk-UA"/>
          </a:p>
        </p:txBody>
      </p:sp>
      <p:sp>
        <p:nvSpPr>
          <p:cNvPr id="76" name="Google Shape;76;g2e16b2adad1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1"/>
        <p:cNvGrpSpPr/>
        <p:nvPr/>
      </p:nvGrpSpPr>
      <p:grpSpPr>
        <a:xfrm>
          <a:off x="0" y="0"/>
          <a:ext cx="0" cy="0"/>
          <a:chOff x="0" y="0"/>
          <a:chExt cx="0" cy="0"/>
        </a:xfrm>
      </p:grpSpPr>
      <p:sp>
        <p:nvSpPr>
          <p:cNvPr id="82" name="Google Shape;82;g2e16b2adad1_0_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uk-UA"/>
          </a:p>
        </p:txBody>
      </p:sp>
      <p:sp>
        <p:nvSpPr>
          <p:cNvPr id="83" name="Google Shape;83;g2e16b2adad1_0_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8"/>
        <p:cNvGrpSpPr/>
        <p:nvPr/>
      </p:nvGrpSpPr>
      <p:grpSpPr>
        <a:xfrm>
          <a:off x="0" y="0"/>
          <a:ext cx="0" cy="0"/>
          <a:chOff x="0" y="0"/>
          <a:chExt cx="0" cy="0"/>
        </a:xfrm>
      </p:grpSpPr>
      <p:sp>
        <p:nvSpPr>
          <p:cNvPr id="89" name="Google Shape;89;g2e16b2adad1_0_1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uk-UA"/>
          </a:p>
        </p:txBody>
      </p:sp>
      <p:sp>
        <p:nvSpPr>
          <p:cNvPr id="90" name="Google Shape;90;g2e16b2adad1_0_1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5"/>
        <p:cNvGrpSpPr/>
        <p:nvPr/>
      </p:nvGrpSpPr>
      <p:grpSpPr>
        <a:xfrm>
          <a:off x="0" y="0"/>
          <a:ext cx="0" cy="0"/>
          <a:chOff x="0" y="0"/>
          <a:chExt cx="0" cy="0"/>
        </a:xfrm>
      </p:grpSpPr>
      <p:sp>
        <p:nvSpPr>
          <p:cNvPr id="96" name="Google Shape;96;g2e16b2adad1_0_1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uk-UA"/>
          </a:p>
        </p:txBody>
      </p:sp>
      <p:sp>
        <p:nvSpPr>
          <p:cNvPr id="97" name="Google Shape;97;g2e16b2adad1_0_1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2"/>
        <p:cNvGrpSpPr/>
        <p:nvPr/>
      </p:nvGrpSpPr>
      <p:grpSpPr>
        <a:xfrm>
          <a:off x="0" y="0"/>
          <a:ext cx="0" cy="0"/>
          <a:chOff x="0" y="0"/>
          <a:chExt cx="0" cy="0"/>
        </a:xfrm>
      </p:grpSpPr>
      <p:sp>
        <p:nvSpPr>
          <p:cNvPr id="103" name="Google Shape;103;g2e16b2adad1_0_2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uk-UA"/>
          </a:p>
        </p:txBody>
      </p:sp>
      <p:sp>
        <p:nvSpPr>
          <p:cNvPr id="104" name="Google Shape;104;g2e16b2adad1_0_2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9"/>
        <p:cNvGrpSpPr/>
        <p:nvPr/>
      </p:nvGrpSpPr>
      <p:grpSpPr>
        <a:xfrm>
          <a:off x="0" y="0"/>
          <a:ext cx="0" cy="0"/>
          <a:chOff x="0" y="0"/>
          <a:chExt cx="0" cy="0"/>
        </a:xfrm>
      </p:grpSpPr>
      <p:sp>
        <p:nvSpPr>
          <p:cNvPr id="110" name="Google Shape;110;g2e16b2adad1_0_3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uk-UA"/>
          </a:p>
        </p:txBody>
      </p:sp>
      <p:sp>
        <p:nvSpPr>
          <p:cNvPr id="111" name="Google Shape;111;g2e16b2adad1_0_3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6"/>
        <p:cNvGrpSpPr/>
        <p:nvPr/>
      </p:nvGrpSpPr>
      <p:grpSpPr>
        <a:xfrm>
          <a:off x="0" y="0"/>
          <a:ext cx="0" cy="0"/>
          <a:chOff x="0" y="0"/>
          <a:chExt cx="0" cy="0"/>
        </a:xfrm>
      </p:grpSpPr>
      <p:sp>
        <p:nvSpPr>
          <p:cNvPr id="117" name="Google Shape;117;g2e16b2adad1_0_3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uk-UA"/>
          </a:p>
        </p:txBody>
      </p:sp>
      <p:sp>
        <p:nvSpPr>
          <p:cNvPr id="118" name="Google Shape;118;g2e16b2adad1_0_3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3"/>
        <p:cNvGrpSpPr/>
        <p:nvPr/>
      </p:nvGrpSpPr>
      <p:grpSpPr>
        <a:xfrm>
          <a:off x="0" y="0"/>
          <a:ext cx="0" cy="0"/>
          <a:chOff x="0" y="0"/>
          <a:chExt cx="0" cy="0"/>
        </a:xfrm>
      </p:grpSpPr>
      <p:sp>
        <p:nvSpPr>
          <p:cNvPr id="124" name="Google Shape;124;g2e16b2adad1_0_4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uk-UA"/>
          </a:p>
        </p:txBody>
      </p:sp>
      <p:sp>
        <p:nvSpPr>
          <p:cNvPr id="125" name="Google Shape;125;g2e16b2adad1_0_4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3"/>
        <p:cNvGrpSpPr/>
        <p:nvPr/>
      </p:nvGrpSpPr>
      <p:grpSpPr>
        <a:xfrm>
          <a:off x="0" y="0"/>
          <a:ext cx="0" cy="0"/>
          <a:chOff x="0" y="0"/>
          <a:chExt cx="0" cy="0"/>
        </a:xfrm>
      </p:grpSpPr>
      <p:sp>
        <p:nvSpPr>
          <p:cNvPr id="124" name="Google Shape;124;g2e16b2adad1_0_4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5" name="Google Shape;125;g2e16b2adad1_0_4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0"/>
        <p:cNvGrpSpPr/>
        <p:nvPr/>
      </p:nvGrpSpPr>
      <p:grpSpPr>
        <a:xfrm>
          <a:off x="0" y="0"/>
          <a:ext cx="0" cy="0"/>
          <a:chOff x="0" y="0"/>
          <a:chExt cx="0" cy="0"/>
        </a:xfrm>
      </p:grpSpPr>
      <p:sp>
        <p:nvSpPr>
          <p:cNvPr id="131" name="Google Shape;131;g2e16b2adad1_0_4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uk-UA"/>
          </a:p>
        </p:txBody>
      </p:sp>
      <p:sp>
        <p:nvSpPr>
          <p:cNvPr id="132" name="Google Shape;132;g2e16b2adad1_0_4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7"/>
        <p:cNvGrpSpPr/>
        <p:nvPr/>
      </p:nvGrpSpPr>
      <p:grpSpPr>
        <a:xfrm>
          <a:off x="0" y="0"/>
          <a:ext cx="0" cy="0"/>
          <a:chOff x="0" y="0"/>
          <a:chExt cx="0" cy="0"/>
        </a:xfrm>
      </p:grpSpPr>
      <p:sp>
        <p:nvSpPr>
          <p:cNvPr id="138" name="Google Shape;138;g2e16b2adad1_0_5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uk-UA"/>
          </a:p>
        </p:txBody>
      </p:sp>
      <p:sp>
        <p:nvSpPr>
          <p:cNvPr id="139" name="Google Shape;139;g2e16b2adad1_0_5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9"/>
        <p:cNvGrpSpPr/>
        <p:nvPr/>
      </p:nvGrpSpPr>
      <p:grpSpPr>
        <a:xfrm>
          <a:off x="0" y="0"/>
          <a:ext cx="0" cy="0"/>
          <a:chOff x="0" y="0"/>
          <a:chExt cx="0" cy="0"/>
        </a:xfrm>
      </p:grpSpPr>
      <p:sp>
        <p:nvSpPr>
          <p:cNvPr id="10" name="Google Shape;10;p2"/>
          <p:cNvSpPr/>
          <p:nvPr/>
        </p:nvSpPr>
        <p:spPr>
          <a:xfrm>
            <a:off x="2744013" y="756700"/>
            <a:ext cx="1081625" cy="1124950"/>
          </a:xfrm>
          <a:custGeom>
            <a:avLst/>
            <a:gdLst/>
            <a:ahLst/>
            <a:cxnLst/>
            <a:rect l="l" t="t" r="r" b="b"/>
            <a:pathLst>
              <a:path w="43265" h="44998" extrusionOk="0">
                <a:moveTo>
                  <a:pt x="0" y="44998"/>
                </a:moveTo>
                <a:lnTo>
                  <a:pt x="0" y="0"/>
                </a:lnTo>
                <a:lnTo>
                  <a:pt x="43265" y="0"/>
                </a:lnTo>
              </a:path>
            </a:pathLst>
          </a:custGeom>
          <a:noFill/>
          <a:ln w="28575" cap="flat" cmpd="sng">
            <a:solidFill>
              <a:schemeClr val="lt2"/>
            </a:solidFill>
            <a:prstDash val="solid"/>
            <a:miter lim="8000"/>
            <a:headEnd type="none" w="sm" len="sm"/>
            <a:tailEnd type="none" w="sm" len="sm"/>
          </a:ln>
        </p:spPr>
        <p:txBody>
          <a:bodyPr/>
          <a:lstStyle/>
          <a:p>
            <a:endParaRPr lang="uk-UA"/>
          </a:p>
        </p:txBody>
      </p:sp>
      <p:sp>
        <p:nvSpPr>
          <p:cNvPr id="11" name="Google Shape;11;p2"/>
          <p:cNvSpPr/>
          <p:nvPr/>
        </p:nvSpPr>
        <p:spPr>
          <a:xfrm rot="10800000">
            <a:off x="5318350" y="3266725"/>
            <a:ext cx="1081625" cy="1124950"/>
          </a:xfrm>
          <a:custGeom>
            <a:avLst/>
            <a:gdLst/>
            <a:ahLst/>
            <a:cxnLst/>
            <a:rect l="l" t="t" r="r" b="b"/>
            <a:pathLst>
              <a:path w="43265" h="44998" extrusionOk="0">
                <a:moveTo>
                  <a:pt x="0" y="44998"/>
                </a:moveTo>
                <a:lnTo>
                  <a:pt x="0" y="0"/>
                </a:lnTo>
                <a:lnTo>
                  <a:pt x="43265" y="0"/>
                </a:lnTo>
              </a:path>
            </a:pathLst>
          </a:custGeom>
          <a:noFill/>
          <a:ln w="28575" cap="flat" cmpd="sng">
            <a:solidFill>
              <a:schemeClr val="lt2"/>
            </a:solidFill>
            <a:prstDash val="solid"/>
            <a:miter lim="8000"/>
            <a:headEnd type="none" w="sm" len="sm"/>
            <a:tailEnd type="none" w="sm" len="sm"/>
          </a:ln>
        </p:spPr>
        <p:txBody>
          <a:bodyPr/>
          <a:lstStyle/>
          <a:p>
            <a:endParaRPr lang="uk-UA"/>
          </a:p>
        </p:txBody>
      </p:sp>
      <p:sp>
        <p:nvSpPr>
          <p:cNvPr id="12" name="Google Shape;12;p2"/>
          <p:cNvSpPr txBox="1">
            <a:spLocks noGrp="1"/>
          </p:cNvSpPr>
          <p:nvPr>
            <p:ph type="ctrTitle"/>
          </p:nvPr>
        </p:nvSpPr>
        <p:spPr>
          <a:xfrm>
            <a:off x="3044700" y="1444255"/>
            <a:ext cx="3054600" cy="1537200"/>
          </a:xfrm>
          <a:prstGeom prst="rect">
            <a:avLst/>
          </a:prstGeom>
        </p:spPr>
        <p:txBody>
          <a:bodyPr spcFirstLastPara="1" wrap="square" lIns="91425" tIns="91425" rIns="91425" bIns="91425" anchor="b" anchorCtr="0">
            <a:normAutofit/>
          </a:bodyPr>
          <a:lstStyle>
            <a:lvl1pPr lvl="0" algn="ctr">
              <a:spcBef>
                <a:spcPts val="0"/>
              </a:spcBef>
              <a:spcAft>
                <a:spcPts val="0"/>
              </a:spcAft>
              <a:buSzPts val="4200"/>
              <a:buNone/>
              <a:defRPr/>
            </a:lvl1pPr>
            <a:lvl2pPr lvl="1" algn="ctr">
              <a:spcBef>
                <a:spcPts val="0"/>
              </a:spcBef>
              <a:spcAft>
                <a:spcPts val="0"/>
              </a:spcAft>
              <a:buSzPts val="4200"/>
              <a:buNone/>
              <a:defRPr/>
            </a:lvl2pPr>
            <a:lvl3pPr lvl="2" algn="ctr">
              <a:spcBef>
                <a:spcPts val="0"/>
              </a:spcBef>
              <a:spcAft>
                <a:spcPts val="0"/>
              </a:spcAft>
              <a:buSzPts val="4200"/>
              <a:buNone/>
              <a:defRPr/>
            </a:lvl3pPr>
            <a:lvl4pPr lvl="3" algn="ctr">
              <a:spcBef>
                <a:spcPts val="0"/>
              </a:spcBef>
              <a:spcAft>
                <a:spcPts val="0"/>
              </a:spcAft>
              <a:buSzPts val="4200"/>
              <a:buNone/>
              <a:defRPr/>
            </a:lvl4pPr>
            <a:lvl5pPr lvl="4" algn="ctr">
              <a:spcBef>
                <a:spcPts val="0"/>
              </a:spcBef>
              <a:spcAft>
                <a:spcPts val="0"/>
              </a:spcAft>
              <a:buSzPts val="4200"/>
              <a:buNone/>
              <a:defRPr/>
            </a:lvl5pPr>
            <a:lvl6pPr lvl="5" algn="ctr">
              <a:spcBef>
                <a:spcPts val="0"/>
              </a:spcBef>
              <a:spcAft>
                <a:spcPts val="0"/>
              </a:spcAft>
              <a:buSzPts val="4200"/>
              <a:buNone/>
              <a:defRPr/>
            </a:lvl6pPr>
            <a:lvl7pPr lvl="6" algn="ctr">
              <a:spcBef>
                <a:spcPts val="0"/>
              </a:spcBef>
              <a:spcAft>
                <a:spcPts val="0"/>
              </a:spcAft>
              <a:buSzPts val="4200"/>
              <a:buNone/>
              <a:defRPr/>
            </a:lvl7pPr>
            <a:lvl8pPr lvl="7" algn="ctr">
              <a:spcBef>
                <a:spcPts val="0"/>
              </a:spcBef>
              <a:spcAft>
                <a:spcPts val="0"/>
              </a:spcAft>
              <a:buSzPts val="4200"/>
              <a:buNone/>
              <a:defRPr/>
            </a:lvl8pPr>
            <a:lvl9pPr lvl="8" algn="ctr">
              <a:spcBef>
                <a:spcPts val="0"/>
              </a:spcBef>
              <a:spcAft>
                <a:spcPts val="0"/>
              </a:spcAft>
              <a:buSzPts val="4200"/>
              <a:buNone/>
              <a:defRPr/>
            </a:lvl9pPr>
          </a:lstStyle>
          <a:p>
            <a:r>
              <a:rPr lang="uk-UA"/>
              <a:t>Клацніть, щоб редагувати стиль зразка заголовка</a:t>
            </a:r>
            <a:endParaRPr/>
          </a:p>
        </p:txBody>
      </p:sp>
      <p:sp>
        <p:nvSpPr>
          <p:cNvPr id="13" name="Google Shape;13;p2"/>
          <p:cNvSpPr txBox="1">
            <a:spLocks noGrp="1"/>
          </p:cNvSpPr>
          <p:nvPr>
            <p:ph type="subTitle" idx="1"/>
          </p:nvPr>
        </p:nvSpPr>
        <p:spPr>
          <a:xfrm>
            <a:off x="3044700" y="3116580"/>
            <a:ext cx="3054600" cy="70140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SzPts val="2100"/>
              <a:buFont typeface="Economica"/>
              <a:buNone/>
              <a:defRPr sz="2100">
                <a:latin typeface="Economica"/>
                <a:ea typeface="Economica"/>
                <a:cs typeface="Economica"/>
                <a:sym typeface="Economica"/>
              </a:defRPr>
            </a:lvl1pPr>
            <a:lvl2pPr lvl="1" algn="ctr">
              <a:lnSpc>
                <a:spcPct val="100000"/>
              </a:lnSpc>
              <a:spcBef>
                <a:spcPts val="0"/>
              </a:spcBef>
              <a:spcAft>
                <a:spcPts val="0"/>
              </a:spcAft>
              <a:buSzPts val="2100"/>
              <a:buFont typeface="Economica"/>
              <a:buNone/>
              <a:defRPr sz="2100">
                <a:latin typeface="Economica"/>
                <a:ea typeface="Economica"/>
                <a:cs typeface="Economica"/>
                <a:sym typeface="Economica"/>
              </a:defRPr>
            </a:lvl2pPr>
            <a:lvl3pPr lvl="2" algn="ctr">
              <a:lnSpc>
                <a:spcPct val="100000"/>
              </a:lnSpc>
              <a:spcBef>
                <a:spcPts val="0"/>
              </a:spcBef>
              <a:spcAft>
                <a:spcPts val="0"/>
              </a:spcAft>
              <a:buSzPts val="2100"/>
              <a:buFont typeface="Economica"/>
              <a:buNone/>
              <a:defRPr sz="2100">
                <a:latin typeface="Economica"/>
                <a:ea typeface="Economica"/>
                <a:cs typeface="Economica"/>
                <a:sym typeface="Economica"/>
              </a:defRPr>
            </a:lvl3pPr>
            <a:lvl4pPr lvl="3" algn="ctr">
              <a:lnSpc>
                <a:spcPct val="100000"/>
              </a:lnSpc>
              <a:spcBef>
                <a:spcPts val="0"/>
              </a:spcBef>
              <a:spcAft>
                <a:spcPts val="0"/>
              </a:spcAft>
              <a:buSzPts val="2100"/>
              <a:buFont typeface="Economica"/>
              <a:buNone/>
              <a:defRPr sz="2100">
                <a:latin typeface="Economica"/>
                <a:ea typeface="Economica"/>
                <a:cs typeface="Economica"/>
                <a:sym typeface="Economica"/>
              </a:defRPr>
            </a:lvl4pPr>
            <a:lvl5pPr lvl="4" algn="ctr">
              <a:lnSpc>
                <a:spcPct val="100000"/>
              </a:lnSpc>
              <a:spcBef>
                <a:spcPts val="0"/>
              </a:spcBef>
              <a:spcAft>
                <a:spcPts val="0"/>
              </a:spcAft>
              <a:buSzPts val="2100"/>
              <a:buFont typeface="Economica"/>
              <a:buNone/>
              <a:defRPr sz="2100">
                <a:latin typeface="Economica"/>
                <a:ea typeface="Economica"/>
                <a:cs typeface="Economica"/>
                <a:sym typeface="Economica"/>
              </a:defRPr>
            </a:lvl5pPr>
            <a:lvl6pPr lvl="5" algn="ctr">
              <a:lnSpc>
                <a:spcPct val="100000"/>
              </a:lnSpc>
              <a:spcBef>
                <a:spcPts val="0"/>
              </a:spcBef>
              <a:spcAft>
                <a:spcPts val="0"/>
              </a:spcAft>
              <a:buSzPts val="2100"/>
              <a:buFont typeface="Economica"/>
              <a:buNone/>
              <a:defRPr sz="2100">
                <a:latin typeface="Economica"/>
                <a:ea typeface="Economica"/>
                <a:cs typeface="Economica"/>
                <a:sym typeface="Economica"/>
              </a:defRPr>
            </a:lvl6pPr>
            <a:lvl7pPr lvl="6" algn="ctr">
              <a:lnSpc>
                <a:spcPct val="100000"/>
              </a:lnSpc>
              <a:spcBef>
                <a:spcPts val="0"/>
              </a:spcBef>
              <a:spcAft>
                <a:spcPts val="0"/>
              </a:spcAft>
              <a:buSzPts val="2100"/>
              <a:buFont typeface="Economica"/>
              <a:buNone/>
              <a:defRPr sz="2100">
                <a:latin typeface="Economica"/>
                <a:ea typeface="Economica"/>
                <a:cs typeface="Economica"/>
                <a:sym typeface="Economica"/>
              </a:defRPr>
            </a:lvl7pPr>
            <a:lvl8pPr lvl="7" algn="ctr">
              <a:lnSpc>
                <a:spcPct val="100000"/>
              </a:lnSpc>
              <a:spcBef>
                <a:spcPts val="0"/>
              </a:spcBef>
              <a:spcAft>
                <a:spcPts val="0"/>
              </a:spcAft>
              <a:buSzPts val="2100"/>
              <a:buFont typeface="Economica"/>
              <a:buNone/>
              <a:defRPr sz="2100">
                <a:latin typeface="Economica"/>
                <a:ea typeface="Economica"/>
                <a:cs typeface="Economica"/>
                <a:sym typeface="Economica"/>
              </a:defRPr>
            </a:lvl8pPr>
            <a:lvl9pPr lvl="8" algn="ctr">
              <a:lnSpc>
                <a:spcPct val="100000"/>
              </a:lnSpc>
              <a:spcBef>
                <a:spcPts val="0"/>
              </a:spcBef>
              <a:spcAft>
                <a:spcPts val="0"/>
              </a:spcAft>
              <a:buSzPts val="2100"/>
              <a:buFont typeface="Economica"/>
              <a:buNone/>
              <a:defRPr sz="2100">
                <a:latin typeface="Economica"/>
                <a:ea typeface="Economica"/>
                <a:cs typeface="Economica"/>
                <a:sym typeface="Economica"/>
              </a:defRPr>
            </a:lvl9pPr>
          </a:lstStyle>
          <a:p>
            <a:r>
              <a:rPr lang="uk-UA"/>
              <a:t>Клацніть, щоб редагувати стиль зразка підзаголовка</a:t>
            </a:r>
            <a:endParaRPr/>
          </a:p>
        </p:txBody>
      </p:sp>
      <p:sp>
        <p:nvSpPr>
          <p:cNvPr id="14" name="Google Shape;14;p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uk"/>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15"/>
        <p:cNvGrpSpPr/>
        <p:nvPr/>
      </p:nvGrpSpPr>
      <p:grpSpPr>
        <a:xfrm>
          <a:off x="0" y="0"/>
          <a:ext cx="0" cy="0"/>
          <a:chOff x="0" y="0"/>
          <a:chExt cx="0" cy="0"/>
        </a:xfrm>
      </p:grpSpPr>
      <p:sp>
        <p:nvSpPr>
          <p:cNvPr id="16" name="Google Shape;16;p3"/>
          <p:cNvSpPr/>
          <p:nvPr/>
        </p:nvSpPr>
        <p:spPr>
          <a:xfrm flipH="1">
            <a:off x="7595938" y="460225"/>
            <a:ext cx="1081625" cy="1124950"/>
          </a:xfrm>
          <a:custGeom>
            <a:avLst/>
            <a:gdLst/>
            <a:ahLst/>
            <a:cxnLst/>
            <a:rect l="l" t="t" r="r" b="b"/>
            <a:pathLst>
              <a:path w="43265" h="44998" extrusionOk="0">
                <a:moveTo>
                  <a:pt x="0" y="44998"/>
                </a:moveTo>
                <a:lnTo>
                  <a:pt x="0" y="0"/>
                </a:lnTo>
                <a:lnTo>
                  <a:pt x="43265" y="0"/>
                </a:lnTo>
              </a:path>
            </a:pathLst>
          </a:custGeom>
          <a:noFill/>
          <a:ln w="28575" cap="flat" cmpd="sng">
            <a:solidFill>
              <a:schemeClr val="lt2"/>
            </a:solidFill>
            <a:prstDash val="solid"/>
            <a:miter lim="8000"/>
            <a:headEnd type="none" w="sm" len="sm"/>
            <a:tailEnd type="none" w="sm" len="sm"/>
          </a:ln>
        </p:spPr>
        <p:txBody>
          <a:bodyPr/>
          <a:lstStyle/>
          <a:p>
            <a:endParaRPr lang="uk-UA"/>
          </a:p>
        </p:txBody>
      </p:sp>
      <p:sp>
        <p:nvSpPr>
          <p:cNvPr id="17" name="Google Shape;17;p3"/>
          <p:cNvSpPr/>
          <p:nvPr/>
        </p:nvSpPr>
        <p:spPr>
          <a:xfrm rot="10800000" flipH="1">
            <a:off x="466425" y="3558325"/>
            <a:ext cx="1081625" cy="1124950"/>
          </a:xfrm>
          <a:custGeom>
            <a:avLst/>
            <a:gdLst/>
            <a:ahLst/>
            <a:cxnLst/>
            <a:rect l="l" t="t" r="r" b="b"/>
            <a:pathLst>
              <a:path w="43265" h="44998" extrusionOk="0">
                <a:moveTo>
                  <a:pt x="0" y="44998"/>
                </a:moveTo>
                <a:lnTo>
                  <a:pt x="0" y="0"/>
                </a:lnTo>
                <a:lnTo>
                  <a:pt x="43265" y="0"/>
                </a:lnTo>
              </a:path>
            </a:pathLst>
          </a:custGeom>
          <a:noFill/>
          <a:ln w="28575" cap="flat" cmpd="sng">
            <a:solidFill>
              <a:schemeClr val="lt2"/>
            </a:solidFill>
            <a:prstDash val="solid"/>
            <a:miter lim="8000"/>
            <a:headEnd type="none" w="sm" len="sm"/>
            <a:tailEnd type="none" w="sm" len="sm"/>
          </a:ln>
        </p:spPr>
        <p:txBody>
          <a:bodyPr/>
          <a:lstStyle/>
          <a:p>
            <a:endParaRPr lang="uk-UA"/>
          </a:p>
        </p:txBody>
      </p:sp>
      <p:sp>
        <p:nvSpPr>
          <p:cNvPr id="18" name="Google Shape;18;p3"/>
          <p:cNvSpPr txBox="1">
            <a:spLocks noGrp="1"/>
          </p:cNvSpPr>
          <p:nvPr>
            <p:ph type="title"/>
          </p:nvPr>
        </p:nvSpPr>
        <p:spPr>
          <a:xfrm>
            <a:off x="773700" y="1806450"/>
            <a:ext cx="7596600" cy="1530600"/>
          </a:xfrm>
          <a:prstGeom prst="rect">
            <a:avLst/>
          </a:prstGeom>
        </p:spPr>
        <p:txBody>
          <a:bodyPr spcFirstLastPara="1" wrap="square" lIns="91425" tIns="91425" rIns="91425" bIns="91425" anchor="ctr" anchorCtr="0">
            <a:normAutofit/>
          </a:bodyPr>
          <a:lstStyle>
            <a:lvl1pPr lvl="0" algn="ctr">
              <a:spcBef>
                <a:spcPts val="0"/>
              </a:spcBef>
              <a:spcAft>
                <a:spcPts val="0"/>
              </a:spcAft>
              <a:buSzPts val="4200"/>
              <a:buNone/>
              <a:defRPr/>
            </a:lvl1pPr>
            <a:lvl2pPr lvl="1" algn="ctr">
              <a:spcBef>
                <a:spcPts val="0"/>
              </a:spcBef>
              <a:spcAft>
                <a:spcPts val="0"/>
              </a:spcAft>
              <a:buSzPts val="4200"/>
              <a:buNone/>
              <a:defRPr/>
            </a:lvl2pPr>
            <a:lvl3pPr lvl="2" algn="ctr">
              <a:spcBef>
                <a:spcPts val="0"/>
              </a:spcBef>
              <a:spcAft>
                <a:spcPts val="0"/>
              </a:spcAft>
              <a:buSzPts val="4200"/>
              <a:buNone/>
              <a:defRPr/>
            </a:lvl3pPr>
            <a:lvl4pPr lvl="3" algn="ctr">
              <a:spcBef>
                <a:spcPts val="0"/>
              </a:spcBef>
              <a:spcAft>
                <a:spcPts val="0"/>
              </a:spcAft>
              <a:buSzPts val="4200"/>
              <a:buNone/>
              <a:defRPr/>
            </a:lvl4pPr>
            <a:lvl5pPr lvl="4" algn="ctr">
              <a:spcBef>
                <a:spcPts val="0"/>
              </a:spcBef>
              <a:spcAft>
                <a:spcPts val="0"/>
              </a:spcAft>
              <a:buSzPts val="4200"/>
              <a:buNone/>
              <a:defRPr/>
            </a:lvl5pPr>
            <a:lvl6pPr lvl="5" algn="ctr">
              <a:spcBef>
                <a:spcPts val="0"/>
              </a:spcBef>
              <a:spcAft>
                <a:spcPts val="0"/>
              </a:spcAft>
              <a:buSzPts val="4200"/>
              <a:buNone/>
              <a:defRPr/>
            </a:lvl6pPr>
            <a:lvl7pPr lvl="6" algn="ctr">
              <a:spcBef>
                <a:spcPts val="0"/>
              </a:spcBef>
              <a:spcAft>
                <a:spcPts val="0"/>
              </a:spcAft>
              <a:buSzPts val="4200"/>
              <a:buNone/>
              <a:defRPr/>
            </a:lvl7pPr>
            <a:lvl8pPr lvl="7" algn="ctr">
              <a:spcBef>
                <a:spcPts val="0"/>
              </a:spcBef>
              <a:spcAft>
                <a:spcPts val="0"/>
              </a:spcAft>
              <a:buSzPts val="4200"/>
              <a:buNone/>
              <a:defRPr/>
            </a:lvl8pPr>
            <a:lvl9pPr lvl="8" algn="ctr">
              <a:spcBef>
                <a:spcPts val="0"/>
              </a:spcBef>
              <a:spcAft>
                <a:spcPts val="0"/>
              </a:spcAft>
              <a:buSzPts val="4200"/>
              <a:buNone/>
              <a:defRPr/>
            </a:lvl9pPr>
          </a:lstStyle>
          <a:p>
            <a:r>
              <a:rPr lang="uk-UA"/>
              <a:t>Клацніть, щоб редагувати стиль зразка заголовка</a:t>
            </a:r>
            <a:endParaRPr/>
          </a:p>
        </p:txBody>
      </p:sp>
      <p:sp>
        <p:nvSpPr>
          <p:cNvPr id="19" name="Google Shape;19;p3"/>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uk"/>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20"/>
        <p:cNvGrpSpPr/>
        <p:nvPr/>
      </p:nvGrpSpPr>
      <p:grpSpPr>
        <a:xfrm>
          <a:off x="0" y="0"/>
          <a:ext cx="0" cy="0"/>
          <a:chOff x="0" y="0"/>
          <a:chExt cx="0" cy="0"/>
        </a:xfrm>
      </p:grpSpPr>
      <p:sp>
        <p:nvSpPr>
          <p:cNvPr id="21" name="Google Shape;21;p4"/>
          <p:cNvSpPr/>
          <p:nvPr/>
        </p:nvSpPr>
        <p:spPr>
          <a:xfrm>
            <a:off x="0" y="5045700"/>
            <a:ext cx="9144000" cy="978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 name="Google Shape;22;p4"/>
          <p:cNvSpPr txBox="1">
            <a:spLocks noGrp="1"/>
          </p:cNvSpPr>
          <p:nvPr>
            <p:ph type="title"/>
          </p:nvPr>
        </p:nvSpPr>
        <p:spPr>
          <a:xfrm>
            <a:off x="311700" y="315925"/>
            <a:ext cx="8520600" cy="831300"/>
          </a:xfrm>
          <a:prstGeom prst="rect">
            <a:avLst/>
          </a:prstGeom>
        </p:spPr>
        <p:txBody>
          <a:bodyPr spcFirstLastPara="1" wrap="square" lIns="91425" tIns="91425" rIns="91425" bIns="91425" anchor="b" anchorCtr="0">
            <a:normAutofit/>
          </a:bodyPr>
          <a:lstStyle>
            <a:lvl1pPr lvl="0">
              <a:spcBef>
                <a:spcPts val="0"/>
              </a:spcBef>
              <a:spcAft>
                <a:spcPts val="0"/>
              </a:spcAft>
              <a:buSzPts val="4200"/>
              <a:buNone/>
              <a:defRPr/>
            </a:lvl1pPr>
            <a:lvl2pPr lvl="1">
              <a:spcBef>
                <a:spcPts val="0"/>
              </a:spcBef>
              <a:spcAft>
                <a:spcPts val="0"/>
              </a:spcAft>
              <a:buSzPts val="4200"/>
              <a:buNone/>
              <a:defRPr/>
            </a:lvl2pPr>
            <a:lvl3pPr lvl="2">
              <a:spcBef>
                <a:spcPts val="0"/>
              </a:spcBef>
              <a:spcAft>
                <a:spcPts val="0"/>
              </a:spcAft>
              <a:buSzPts val="4200"/>
              <a:buNone/>
              <a:defRPr/>
            </a:lvl3pPr>
            <a:lvl4pPr lvl="3">
              <a:spcBef>
                <a:spcPts val="0"/>
              </a:spcBef>
              <a:spcAft>
                <a:spcPts val="0"/>
              </a:spcAft>
              <a:buSzPts val="4200"/>
              <a:buNone/>
              <a:defRPr/>
            </a:lvl4pPr>
            <a:lvl5pPr lvl="4">
              <a:spcBef>
                <a:spcPts val="0"/>
              </a:spcBef>
              <a:spcAft>
                <a:spcPts val="0"/>
              </a:spcAft>
              <a:buSzPts val="4200"/>
              <a:buNone/>
              <a:defRPr/>
            </a:lvl5pPr>
            <a:lvl6pPr lvl="5">
              <a:spcBef>
                <a:spcPts val="0"/>
              </a:spcBef>
              <a:spcAft>
                <a:spcPts val="0"/>
              </a:spcAft>
              <a:buSzPts val="4200"/>
              <a:buNone/>
              <a:defRPr/>
            </a:lvl6pPr>
            <a:lvl7pPr lvl="6">
              <a:spcBef>
                <a:spcPts val="0"/>
              </a:spcBef>
              <a:spcAft>
                <a:spcPts val="0"/>
              </a:spcAft>
              <a:buSzPts val="4200"/>
              <a:buNone/>
              <a:defRPr/>
            </a:lvl7pPr>
            <a:lvl8pPr lvl="7">
              <a:spcBef>
                <a:spcPts val="0"/>
              </a:spcBef>
              <a:spcAft>
                <a:spcPts val="0"/>
              </a:spcAft>
              <a:buSzPts val="4200"/>
              <a:buNone/>
              <a:defRPr/>
            </a:lvl8pPr>
            <a:lvl9pPr lvl="8">
              <a:spcBef>
                <a:spcPts val="0"/>
              </a:spcBef>
              <a:spcAft>
                <a:spcPts val="0"/>
              </a:spcAft>
              <a:buSzPts val="4200"/>
              <a:buNone/>
              <a:defRPr/>
            </a:lvl9pPr>
          </a:lstStyle>
          <a:p>
            <a:r>
              <a:rPr lang="uk-UA"/>
              <a:t>Клацніть, щоб редагувати стиль зразка заголовка</a:t>
            </a:r>
            <a:endParaRPr/>
          </a:p>
        </p:txBody>
      </p:sp>
      <p:sp>
        <p:nvSpPr>
          <p:cNvPr id="23" name="Google Shape;23;p4"/>
          <p:cNvSpPr txBox="1">
            <a:spLocks noGrp="1"/>
          </p:cNvSpPr>
          <p:nvPr>
            <p:ph type="body" idx="1"/>
          </p:nvPr>
        </p:nvSpPr>
        <p:spPr>
          <a:xfrm>
            <a:off x="311700" y="1225225"/>
            <a:ext cx="8520600" cy="3354000"/>
          </a:xfrm>
          <a:prstGeom prst="rect">
            <a:avLst/>
          </a:prstGeom>
        </p:spPr>
        <p:txBody>
          <a:bodyPr spcFirstLastPara="1" wrap="square" lIns="91425" tIns="91425" rIns="91425" bIns="91425" anchor="t" anchorCtr="0">
            <a:normAutofit/>
          </a:bodyPr>
          <a:lstStyle>
            <a:lvl1pPr marL="457200" lvl="0" indent="-342900">
              <a:spcBef>
                <a:spcPts val="0"/>
              </a:spcBef>
              <a:spcAft>
                <a:spcPts val="0"/>
              </a:spcAft>
              <a:buSzPts val="1800"/>
              <a:buChar char="●"/>
              <a:defRPr/>
            </a:lvl1pPr>
            <a:lvl2pPr marL="914400" lvl="1" indent="-317500">
              <a:spcBef>
                <a:spcPts val="0"/>
              </a:spcBef>
              <a:spcAft>
                <a:spcPts val="0"/>
              </a:spcAft>
              <a:buSzPts val="1400"/>
              <a:buChar char="○"/>
              <a:defRPr/>
            </a:lvl2pPr>
            <a:lvl3pPr marL="1371600" lvl="2" indent="-317500">
              <a:spcBef>
                <a:spcPts val="0"/>
              </a:spcBef>
              <a:spcAft>
                <a:spcPts val="0"/>
              </a:spcAft>
              <a:buSzPts val="1400"/>
              <a:buChar char="■"/>
              <a:defRPr/>
            </a:lvl3pPr>
            <a:lvl4pPr marL="1828800" lvl="3" indent="-317500">
              <a:spcBef>
                <a:spcPts val="0"/>
              </a:spcBef>
              <a:spcAft>
                <a:spcPts val="0"/>
              </a:spcAft>
              <a:buSzPts val="1400"/>
              <a:buChar char="●"/>
              <a:defRPr/>
            </a:lvl4pPr>
            <a:lvl5pPr marL="2286000" lvl="4" indent="-317500">
              <a:spcBef>
                <a:spcPts val="0"/>
              </a:spcBef>
              <a:spcAft>
                <a:spcPts val="0"/>
              </a:spcAft>
              <a:buSzPts val="1400"/>
              <a:buChar char="○"/>
              <a:defRPr/>
            </a:lvl5pPr>
            <a:lvl6pPr marL="2743200" lvl="5" indent="-317500">
              <a:spcBef>
                <a:spcPts val="0"/>
              </a:spcBef>
              <a:spcAft>
                <a:spcPts val="0"/>
              </a:spcAft>
              <a:buSzPts val="1400"/>
              <a:buChar char="■"/>
              <a:defRPr/>
            </a:lvl6pPr>
            <a:lvl7pPr marL="3200400" lvl="6" indent="-317500">
              <a:spcBef>
                <a:spcPts val="0"/>
              </a:spcBef>
              <a:spcAft>
                <a:spcPts val="0"/>
              </a:spcAft>
              <a:buSzPts val="1400"/>
              <a:buChar char="●"/>
              <a:defRPr/>
            </a:lvl7pPr>
            <a:lvl8pPr marL="3657600" lvl="7" indent="-317500">
              <a:spcBef>
                <a:spcPts val="0"/>
              </a:spcBef>
              <a:spcAft>
                <a:spcPts val="0"/>
              </a:spcAft>
              <a:buSzPts val="1400"/>
              <a:buChar char="○"/>
              <a:defRPr/>
            </a:lvl8pPr>
            <a:lvl9pPr marL="4114800" lvl="8" indent="-317500">
              <a:spcBef>
                <a:spcPts val="0"/>
              </a:spcBef>
              <a:spcAft>
                <a:spcPts val="0"/>
              </a:spcAft>
              <a:buSzPts val="1400"/>
              <a:buChar char="■"/>
              <a:defRPr/>
            </a:lvl9pPr>
          </a:lstStyle>
          <a:p>
            <a:pPr lvl="0"/>
            <a:r>
              <a:rPr lang="uk-UA"/>
              <a:t>Клацніть, щоб відредагувати стилі зразків тексту</a:t>
            </a:r>
          </a:p>
        </p:txBody>
      </p:sp>
      <p:sp>
        <p:nvSpPr>
          <p:cNvPr id="24" name="Google Shape;24;p4"/>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uk"/>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25"/>
        <p:cNvGrpSpPr/>
        <p:nvPr/>
      </p:nvGrpSpPr>
      <p:grpSpPr>
        <a:xfrm>
          <a:off x="0" y="0"/>
          <a:ext cx="0" cy="0"/>
          <a:chOff x="0" y="0"/>
          <a:chExt cx="0" cy="0"/>
        </a:xfrm>
      </p:grpSpPr>
      <p:sp>
        <p:nvSpPr>
          <p:cNvPr id="26" name="Google Shape;26;p5"/>
          <p:cNvSpPr txBox="1">
            <a:spLocks noGrp="1"/>
          </p:cNvSpPr>
          <p:nvPr>
            <p:ph type="title"/>
          </p:nvPr>
        </p:nvSpPr>
        <p:spPr>
          <a:xfrm>
            <a:off x="311700" y="315925"/>
            <a:ext cx="8520600" cy="831300"/>
          </a:xfrm>
          <a:prstGeom prst="rect">
            <a:avLst/>
          </a:prstGeom>
        </p:spPr>
        <p:txBody>
          <a:bodyPr spcFirstLastPara="1" wrap="square" lIns="91425" tIns="91425" rIns="91425" bIns="91425" anchor="b" anchorCtr="0">
            <a:normAutofit/>
          </a:bodyPr>
          <a:lstStyle>
            <a:lvl1pPr lvl="0">
              <a:spcBef>
                <a:spcPts val="0"/>
              </a:spcBef>
              <a:spcAft>
                <a:spcPts val="0"/>
              </a:spcAft>
              <a:buSzPts val="4200"/>
              <a:buNone/>
              <a:defRPr/>
            </a:lvl1pPr>
            <a:lvl2pPr lvl="1">
              <a:spcBef>
                <a:spcPts val="0"/>
              </a:spcBef>
              <a:spcAft>
                <a:spcPts val="0"/>
              </a:spcAft>
              <a:buSzPts val="4200"/>
              <a:buNone/>
              <a:defRPr/>
            </a:lvl2pPr>
            <a:lvl3pPr lvl="2">
              <a:spcBef>
                <a:spcPts val="0"/>
              </a:spcBef>
              <a:spcAft>
                <a:spcPts val="0"/>
              </a:spcAft>
              <a:buSzPts val="4200"/>
              <a:buNone/>
              <a:defRPr/>
            </a:lvl3pPr>
            <a:lvl4pPr lvl="3">
              <a:spcBef>
                <a:spcPts val="0"/>
              </a:spcBef>
              <a:spcAft>
                <a:spcPts val="0"/>
              </a:spcAft>
              <a:buSzPts val="4200"/>
              <a:buNone/>
              <a:defRPr/>
            </a:lvl4pPr>
            <a:lvl5pPr lvl="4">
              <a:spcBef>
                <a:spcPts val="0"/>
              </a:spcBef>
              <a:spcAft>
                <a:spcPts val="0"/>
              </a:spcAft>
              <a:buSzPts val="4200"/>
              <a:buNone/>
              <a:defRPr/>
            </a:lvl5pPr>
            <a:lvl6pPr lvl="5">
              <a:spcBef>
                <a:spcPts val="0"/>
              </a:spcBef>
              <a:spcAft>
                <a:spcPts val="0"/>
              </a:spcAft>
              <a:buSzPts val="4200"/>
              <a:buNone/>
              <a:defRPr/>
            </a:lvl6pPr>
            <a:lvl7pPr lvl="6">
              <a:spcBef>
                <a:spcPts val="0"/>
              </a:spcBef>
              <a:spcAft>
                <a:spcPts val="0"/>
              </a:spcAft>
              <a:buSzPts val="4200"/>
              <a:buNone/>
              <a:defRPr/>
            </a:lvl7pPr>
            <a:lvl8pPr lvl="7">
              <a:spcBef>
                <a:spcPts val="0"/>
              </a:spcBef>
              <a:spcAft>
                <a:spcPts val="0"/>
              </a:spcAft>
              <a:buSzPts val="4200"/>
              <a:buNone/>
              <a:defRPr/>
            </a:lvl8pPr>
            <a:lvl9pPr lvl="8">
              <a:spcBef>
                <a:spcPts val="0"/>
              </a:spcBef>
              <a:spcAft>
                <a:spcPts val="0"/>
              </a:spcAft>
              <a:buSzPts val="4200"/>
              <a:buNone/>
              <a:defRPr/>
            </a:lvl9pPr>
          </a:lstStyle>
          <a:p>
            <a:r>
              <a:rPr lang="uk-UA"/>
              <a:t>Клацніть, щоб редагувати стиль зразка заголовка</a:t>
            </a:r>
            <a:endParaRPr/>
          </a:p>
        </p:txBody>
      </p:sp>
      <p:sp>
        <p:nvSpPr>
          <p:cNvPr id="27" name="Google Shape;27;p5"/>
          <p:cNvSpPr txBox="1">
            <a:spLocks noGrp="1"/>
          </p:cNvSpPr>
          <p:nvPr>
            <p:ph type="body" idx="1"/>
          </p:nvPr>
        </p:nvSpPr>
        <p:spPr>
          <a:xfrm>
            <a:off x="311700" y="1225225"/>
            <a:ext cx="3999900" cy="3354000"/>
          </a:xfrm>
          <a:prstGeom prst="rect">
            <a:avLst/>
          </a:prstGeom>
        </p:spPr>
        <p:txBody>
          <a:bodyPr spcFirstLastPara="1" wrap="square" lIns="91425" tIns="91425" rIns="91425" bIns="91425" anchor="t" anchorCtr="0">
            <a:norm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pPr lvl="0"/>
            <a:r>
              <a:rPr lang="uk-UA"/>
              <a:t>Клацніть, щоб відредагувати стилі зразків тексту</a:t>
            </a:r>
          </a:p>
        </p:txBody>
      </p:sp>
      <p:sp>
        <p:nvSpPr>
          <p:cNvPr id="28" name="Google Shape;28;p5"/>
          <p:cNvSpPr txBox="1">
            <a:spLocks noGrp="1"/>
          </p:cNvSpPr>
          <p:nvPr>
            <p:ph type="body" idx="2"/>
          </p:nvPr>
        </p:nvSpPr>
        <p:spPr>
          <a:xfrm>
            <a:off x="4832400" y="1225225"/>
            <a:ext cx="3999900" cy="3354000"/>
          </a:xfrm>
          <a:prstGeom prst="rect">
            <a:avLst/>
          </a:prstGeom>
        </p:spPr>
        <p:txBody>
          <a:bodyPr spcFirstLastPara="1" wrap="square" lIns="91425" tIns="91425" rIns="91425" bIns="91425" anchor="t" anchorCtr="0">
            <a:norm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pPr lvl="0"/>
            <a:r>
              <a:rPr lang="uk-UA"/>
              <a:t>Клацніть, щоб відредагувати стилі зразків тексту</a:t>
            </a:r>
          </a:p>
        </p:txBody>
      </p:sp>
      <p:sp>
        <p:nvSpPr>
          <p:cNvPr id="29" name="Google Shape;29;p5"/>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uk"/>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30"/>
        <p:cNvGrpSpPr/>
        <p:nvPr/>
      </p:nvGrpSpPr>
      <p:grpSpPr>
        <a:xfrm>
          <a:off x="0" y="0"/>
          <a:ext cx="0" cy="0"/>
          <a:chOff x="0" y="0"/>
          <a:chExt cx="0" cy="0"/>
        </a:xfrm>
      </p:grpSpPr>
      <p:sp>
        <p:nvSpPr>
          <p:cNvPr id="31" name="Google Shape;31;p6"/>
          <p:cNvSpPr txBox="1">
            <a:spLocks noGrp="1"/>
          </p:cNvSpPr>
          <p:nvPr>
            <p:ph type="title"/>
          </p:nvPr>
        </p:nvSpPr>
        <p:spPr>
          <a:xfrm>
            <a:off x="311700" y="315925"/>
            <a:ext cx="8520600" cy="831300"/>
          </a:xfrm>
          <a:prstGeom prst="rect">
            <a:avLst/>
          </a:prstGeom>
        </p:spPr>
        <p:txBody>
          <a:bodyPr spcFirstLastPara="1" wrap="square" lIns="91425" tIns="91425" rIns="91425" bIns="91425" anchor="b" anchorCtr="0">
            <a:normAutofit/>
          </a:bodyPr>
          <a:lstStyle>
            <a:lvl1pPr lvl="0">
              <a:spcBef>
                <a:spcPts val="0"/>
              </a:spcBef>
              <a:spcAft>
                <a:spcPts val="0"/>
              </a:spcAft>
              <a:buSzPts val="4200"/>
              <a:buNone/>
              <a:defRPr/>
            </a:lvl1pPr>
            <a:lvl2pPr lvl="1">
              <a:spcBef>
                <a:spcPts val="0"/>
              </a:spcBef>
              <a:spcAft>
                <a:spcPts val="0"/>
              </a:spcAft>
              <a:buSzPts val="4200"/>
              <a:buNone/>
              <a:defRPr/>
            </a:lvl2pPr>
            <a:lvl3pPr lvl="2">
              <a:spcBef>
                <a:spcPts val="0"/>
              </a:spcBef>
              <a:spcAft>
                <a:spcPts val="0"/>
              </a:spcAft>
              <a:buSzPts val="4200"/>
              <a:buNone/>
              <a:defRPr/>
            </a:lvl3pPr>
            <a:lvl4pPr lvl="3">
              <a:spcBef>
                <a:spcPts val="0"/>
              </a:spcBef>
              <a:spcAft>
                <a:spcPts val="0"/>
              </a:spcAft>
              <a:buSzPts val="4200"/>
              <a:buNone/>
              <a:defRPr/>
            </a:lvl4pPr>
            <a:lvl5pPr lvl="4">
              <a:spcBef>
                <a:spcPts val="0"/>
              </a:spcBef>
              <a:spcAft>
                <a:spcPts val="0"/>
              </a:spcAft>
              <a:buSzPts val="4200"/>
              <a:buNone/>
              <a:defRPr/>
            </a:lvl5pPr>
            <a:lvl6pPr lvl="5">
              <a:spcBef>
                <a:spcPts val="0"/>
              </a:spcBef>
              <a:spcAft>
                <a:spcPts val="0"/>
              </a:spcAft>
              <a:buSzPts val="4200"/>
              <a:buNone/>
              <a:defRPr/>
            </a:lvl6pPr>
            <a:lvl7pPr lvl="6">
              <a:spcBef>
                <a:spcPts val="0"/>
              </a:spcBef>
              <a:spcAft>
                <a:spcPts val="0"/>
              </a:spcAft>
              <a:buSzPts val="4200"/>
              <a:buNone/>
              <a:defRPr/>
            </a:lvl7pPr>
            <a:lvl8pPr lvl="7">
              <a:spcBef>
                <a:spcPts val="0"/>
              </a:spcBef>
              <a:spcAft>
                <a:spcPts val="0"/>
              </a:spcAft>
              <a:buSzPts val="4200"/>
              <a:buNone/>
              <a:defRPr/>
            </a:lvl8pPr>
            <a:lvl9pPr lvl="8">
              <a:spcBef>
                <a:spcPts val="0"/>
              </a:spcBef>
              <a:spcAft>
                <a:spcPts val="0"/>
              </a:spcAft>
              <a:buSzPts val="4200"/>
              <a:buNone/>
              <a:defRPr/>
            </a:lvl9pPr>
          </a:lstStyle>
          <a:p>
            <a:r>
              <a:rPr lang="uk-UA"/>
              <a:t>Клацніть, щоб редагувати стиль зразка заголовка</a:t>
            </a:r>
            <a:endParaRPr/>
          </a:p>
        </p:txBody>
      </p:sp>
      <p:sp>
        <p:nvSpPr>
          <p:cNvPr id="32" name="Google Shape;32;p6"/>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uk"/>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33"/>
        <p:cNvGrpSpPr/>
        <p:nvPr/>
      </p:nvGrpSpPr>
      <p:grpSpPr>
        <a:xfrm>
          <a:off x="0" y="0"/>
          <a:ext cx="0" cy="0"/>
          <a:chOff x="0" y="0"/>
          <a:chExt cx="0" cy="0"/>
        </a:xfrm>
      </p:grpSpPr>
      <p:sp>
        <p:nvSpPr>
          <p:cNvPr id="34" name="Google Shape;34;p7"/>
          <p:cNvSpPr txBox="1">
            <a:spLocks noGrp="1"/>
          </p:cNvSpPr>
          <p:nvPr>
            <p:ph type="title"/>
          </p:nvPr>
        </p:nvSpPr>
        <p:spPr>
          <a:xfrm>
            <a:off x="311700" y="555600"/>
            <a:ext cx="2808000" cy="755700"/>
          </a:xfrm>
          <a:prstGeom prst="rect">
            <a:avLst/>
          </a:prstGeom>
        </p:spPr>
        <p:txBody>
          <a:bodyPr spcFirstLastPara="1" wrap="square" lIns="91425" tIns="91425" rIns="91425" bIns="91425" anchor="b" anchorCtr="0">
            <a:normAutofit/>
          </a:bodyPr>
          <a:lstStyle>
            <a:lvl1pPr lvl="0">
              <a:spcBef>
                <a:spcPts val="0"/>
              </a:spcBef>
              <a:spcAft>
                <a:spcPts val="0"/>
              </a:spcAft>
              <a:buSzPts val="3000"/>
              <a:buNone/>
              <a:defRPr sz="3000"/>
            </a:lvl1pPr>
            <a:lvl2pPr lvl="1">
              <a:spcBef>
                <a:spcPts val="0"/>
              </a:spcBef>
              <a:spcAft>
                <a:spcPts val="0"/>
              </a:spcAft>
              <a:buSzPts val="3000"/>
              <a:buNone/>
              <a:defRPr sz="3000"/>
            </a:lvl2pPr>
            <a:lvl3pPr lvl="2">
              <a:spcBef>
                <a:spcPts val="0"/>
              </a:spcBef>
              <a:spcAft>
                <a:spcPts val="0"/>
              </a:spcAft>
              <a:buSzPts val="3000"/>
              <a:buNone/>
              <a:defRPr sz="3000"/>
            </a:lvl3pPr>
            <a:lvl4pPr lvl="3">
              <a:spcBef>
                <a:spcPts val="0"/>
              </a:spcBef>
              <a:spcAft>
                <a:spcPts val="0"/>
              </a:spcAft>
              <a:buSzPts val="3000"/>
              <a:buNone/>
              <a:defRPr sz="3000"/>
            </a:lvl4pPr>
            <a:lvl5pPr lvl="4">
              <a:spcBef>
                <a:spcPts val="0"/>
              </a:spcBef>
              <a:spcAft>
                <a:spcPts val="0"/>
              </a:spcAft>
              <a:buSzPts val="3000"/>
              <a:buNone/>
              <a:defRPr sz="3000"/>
            </a:lvl5pPr>
            <a:lvl6pPr lvl="5">
              <a:spcBef>
                <a:spcPts val="0"/>
              </a:spcBef>
              <a:spcAft>
                <a:spcPts val="0"/>
              </a:spcAft>
              <a:buSzPts val="3000"/>
              <a:buNone/>
              <a:defRPr sz="3000"/>
            </a:lvl6pPr>
            <a:lvl7pPr lvl="6">
              <a:spcBef>
                <a:spcPts val="0"/>
              </a:spcBef>
              <a:spcAft>
                <a:spcPts val="0"/>
              </a:spcAft>
              <a:buSzPts val="3000"/>
              <a:buNone/>
              <a:defRPr sz="3000"/>
            </a:lvl7pPr>
            <a:lvl8pPr lvl="7">
              <a:spcBef>
                <a:spcPts val="0"/>
              </a:spcBef>
              <a:spcAft>
                <a:spcPts val="0"/>
              </a:spcAft>
              <a:buSzPts val="3000"/>
              <a:buNone/>
              <a:defRPr sz="3000"/>
            </a:lvl8pPr>
            <a:lvl9pPr lvl="8">
              <a:spcBef>
                <a:spcPts val="0"/>
              </a:spcBef>
              <a:spcAft>
                <a:spcPts val="0"/>
              </a:spcAft>
              <a:buSzPts val="3000"/>
              <a:buNone/>
              <a:defRPr sz="3000"/>
            </a:lvl9pPr>
          </a:lstStyle>
          <a:p>
            <a:r>
              <a:rPr lang="uk-UA"/>
              <a:t>Клацніть, щоб редагувати стиль зразка заголовка</a:t>
            </a:r>
            <a:endParaRPr/>
          </a:p>
        </p:txBody>
      </p:sp>
      <p:sp>
        <p:nvSpPr>
          <p:cNvPr id="35" name="Google Shape;35;p7"/>
          <p:cNvSpPr txBox="1">
            <a:spLocks noGrp="1"/>
          </p:cNvSpPr>
          <p:nvPr>
            <p:ph type="body" idx="1"/>
          </p:nvPr>
        </p:nvSpPr>
        <p:spPr>
          <a:xfrm>
            <a:off x="311700" y="1399400"/>
            <a:ext cx="2808000" cy="2784900"/>
          </a:xfrm>
          <a:prstGeom prst="rect">
            <a:avLst/>
          </a:prstGeom>
        </p:spPr>
        <p:txBody>
          <a:bodyPr spcFirstLastPara="1" wrap="square" lIns="91425" tIns="91425" rIns="91425" bIns="91425" anchor="t" anchorCtr="0">
            <a:normAutofit/>
          </a:bodyPr>
          <a:lstStyle>
            <a:lvl1pPr marL="457200" lvl="0" indent="-304800">
              <a:spcBef>
                <a:spcPts val="0"/>
              </a:spcBef>
              <a:spcAft>
                <a:spcPts val="0"/>
              </a:spcAft>
              <a:buSzPts val="1200"/>
              <a:buChar char="●"/>
              <a:defRPr sz="12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pPr lvl="0"/>
            <a:r>
              <a:rPr lang="uk-UA"/>
              <a:t>Клацніть, щоб відредагувати стилі зразків тексту</a:t>
            </a:r>
          </a:p>
        </p:txBody>
      </p:sp>
      <p:sp>
        <p:nvSpPr>
          <p:cNvPr id="36" name="Google Shape;36;p7"/>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uk"/>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37"/>
        <p:cNvGrpSpPr/>
        <p:nvPr/>
      </p:nvGrpSpPr>
      <p:grpSpPr>
        <a:xfrm>
          <a:off x="0" y="0"/>
          <a:ext cx="0" cy="0"/>
          <a:chOff x="0" y="0"/>
          <a:chExt cx="0" cy="0"/>
        </a:xfrm>
      </p:grpSpPr>
      <p:sp>
        <p:nvSpPr>
          <p:cNvPr id="38" name="Google Shape;38;p8"/>
          <p:cNvSpPr/>
          <p:nvPr/>
        </p:nvSpPr>
        <p:spPr>
          <a:xfrm>
            <a:off x="0" y="5045700"/>
            <a:ext cx="9144000" cy="978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 name="Google Shape;39;p8"/>
          <p:cNvSpPr txBox="1">
            <a:spLocks noGrp="1"/>
          </p:cNvSpPr>
          <p:nvPr>
            <p:ph type="title"/>
          </p:nvPr>
        </p:nvSpPr>
        <p:spPr>
          <a:xfrm>
            <a:off x="490250" y="450150"/>
            <a:ext cx="5878800" cy="4090800"/>
          </a:xfrm>
          <a:prstGeom prst="rect">
            <a:avLst/>
          </a:prstGeom>
        </p:spPr>
        <p:txBody>
          <a:bodyPr spcFirstLastPara="1" wrap="square" lIns="91425" tIns="91425" rIns="91425" bIns="91425" anchor="ctr" anchorCtr="0">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a:r>
              <a:rPr lang="uk-UA"/>
              <a:t>Клацніть, щоб редагувати стиль зразка заголовка</a:t>
            </a:r>
            <a:endParaRPr/>
          </a:p>
        </p:txBody>
      </p:sp>
      <p:sp>
        <p:nvSpPr>
          <p:cNvPr id="40" name="Google Shape;40;p8"/>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uk"/>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41"/>
        <p:cNvGrpSpPr/>
        <p:nvPr/>
      </p:nvGrpSpPr>
      <p:grpSpPr>
        <a:xfrm>
          <a:off x="0" y="0"/>
          <a:ext cx="0" cy="0"/>
          <a:chOff x="0" y="0"/>
          <a:chExt cx="0" cy="0"/>
        </a:xfrm>
      </p:grpSpPr>
      <p:sp>
        <p:nvSpPr>
          <p:cNvPr id="42" name="Google Shape;42;p9"/>
          <p:cNvSpPr/>
          <p:nvPr/>
        </p:nvSpPr>
        <p:spPr>
          <a:xfrm>
            <a:off x="4572000" y="-25"/>
            <a:ext cx="4572000" cy="51435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43" name="Google Shape;43;p9"/>
          <p:cNvCxnSpPr/>
          <p:nvPr/>
        </p:nvCxnSpPr>
        <p:spPr>
          <a:xfrm>
            <a:off x="5029675" y="4495500"/>
            <a:ext cx="468300" cy="0"/>
          </a:xfrm>
          <a:prstGeom prst="straightConnector1">
            <a:avLst/>
          </a:prstGeom>
          <a:noFill/>
          <a:ln w="19050" cap="flat" cmpd="sng">
            <a:solidFill>
              <a:schemeClr val="lt1"/>
            </a:solidFill>
            <a:prstDash val="solid"/>
            <a:round/>
            <a:headEnd type="none" w="sm" len="sm"/>
            <a:tailEnd type="none" w="sm" len="sm"/>
          </a:ln>
        </p:spPr>
      </p:cxnSp>
      <p:sp>
        <p:nvSpPr>
          <p:cNvPr id="44" name="Google Shape;44;p9"/>
          <p:cNvSpPr txBox="1">
            <a:spLocks noGrp="1"/>
          </p:cNvSpPr>
          <p:nvPr>
            <p:ph type="title"/>
          </p:nvPr>
        </p:nvSpPr>
        <p:spPr>
          <a:xfrm>
            <a:off x="265500" y="929275"/>
            <a:ext cx="4045200" cy="1786200"/>
          </a:xfrm>
          <a:prstGeom prst="rect">
            <a:avLst/>
          </a:prstGeom>
        </p:spPr>
        <p:txBody>
          <a:bodyPr spcFirstLastPara="1" wrap="square" lIns="91425" tIns="91425" rIns="91425" bIns="91425" anchor="b" anchorCtr="0">
            <a:normAutofit/>
          </a:bodyPr>
          <a:lstStyle>
            <a:lvl1pPr lvl="0" algn="ctr">
              <a:spcBef>
                <a:spcPts val="0"/>
              </a:spcBef>
              <a:spcAft>
                <a:spcPts val="0"/>
              </a:spcAft>
              <a:buClr>
                <a:schemeClr val="lt2"/>
              </a:buClr>
              <a:buSzPts val="4200"/>
              <a:buNone/>
              <a:defRPr>
                <a:solidFill>
                  <a:schemeClr val="lt2"/>
                </a:solidFill>
              </a:defRPr>
            </a:lvl1pPr>
            <a:lvl2pPr lvl="1" algn="ctr">
              <a:spcBef>
                <a:spcPts val="0"/>
              </a:spcBef>
              <a:spcAft>
                <a:spcPts val="0"/>
              </a:spcAft>
              <a:buClr>
                <a:schemeClr val="lt2"/>
              </a:buClr>
              <a:buSzPts val="4200"/>
              <a:buNone/>
              <a:defRPr>
                <a:solidFill>
                  <a:schemeClr val="lt2"/>
                </a:solidFill>
              </a:defRPr>
            </a:lvl2pPr>
            <a:lvl3pPr lvl="2" algn="ctr">
              <a:spcBef>
                <a:spcPts val="0"/>
              </a:spcBef>
              <a:spcAft>
                <a:spcPts val="0"/>
              </a:spcAft>
              <a:buClr>
                <a:schemeClr val="lt2"/>
              </a:buClr>
              <a:buSzPts val="4200"/>
              <a:buNone/>
              <a:defRPr>
                <a:solidFill>
                  <a:schemeClr val="lt2"/>
                </a:solidFill>
              </a:defRPr>
            </a:lvl3pPr>
            <a:lvl4pPr lvl="3" algn="ctr">
              <a:spcBef>
                <a:spcPts val="0"/>
              </a:spcBef>
              <a:spcAft>
                <a:spcPts val="0"/>
              </a:spcAft>
              <a:buClr>
                <a:schemeClr val="lt2"/>
              </a:buClr>
              <a:buSzPts val="4200"/>
              <a:buNone/>
              <a:defRPr>
                <a:solidFill>
                  <a:schemeClr val="lt2"/>
                </a:solidFill>
              </a:defRPr>
            </a:lvl4pPr>
            <a:lvl5pPr lvl="4" algn="ctr">
              <a:spcBef>
                <a:spcPts val="0"/>
              </a:spcBef>
              <a:spcAft>
                <a:spcPts val="0"/>
              </a:spcAft>
              <a:buClr>
                <a:schemeClr val="lt2"/>
              </a:buClr>
              <a:buSzPts val="4200"/>
              <a:buNone/>
              <a:defRPr>
                <a:solidFill>
                  <a:schemeClr val="lt2"/>
                </a:solidFill>
              </a:defRPr>
            </a:lvl5pPr>
            <a:lvl6pPr lvl="5" algn="ctr">
              <a:spcBef>
                <a:spcPts val="0"/>
              </a:spcBef>
              <a:spcAft>
                <a:spcPts val="0"/>
              </a:spcAft>
              <a:buClr>
                <a:schemeClr val="lt2"/>
              </a:buClr>
              <a:buSzPts val="4200"/>
              <a:buNone/>
              <a:defRPr>
                <a:solidFill>
                  <a:schemeClr val="lt2"/>
                </a:solidFill>
              </a:defRPr>
            </a:lvl6pPr>
            <a:lvl7pPr lvl="6" algn="ctr">
              <a:spcBef>
                <a:spcPts val="0"/>
              </a:spcBef>
              <a:spcAft>
                <a:spcPts val="0"/>
              </a:spcAft>
              <a:buClr>
                <a:schemeClr val="lt2"/>
              </a:buClr>
              <a:buSzPts val="4200"/>
              <a:buNone/>
              <a:defRPr>
                <a:solidFill>
                  <a:schemeClr val="lt2"/>
                </a:solidFill>
              </a:defRPr>
            </a:lvl7pPr>
            <a:lvl8pPr lvl="7" algn="ctr">
              <a:spcBef>
                <a:spcPts val="0"/>
              </a:spcBef>
              <a:spcAft>
                <a:spcPts val="0"/>
              </a:spcAft>
              <a:buClr>
                <a:schemeClr val="lt2"/>
              </a:buClr>
              <a:buSzPts val="4200"/>
              <a:buNone/>
              <a:defRPr>
                <a:solidFill>
                  <a:schemeClr val="lt2"/>
                </a:solidFill>
              </a:defRPr>
            </a:lvl8pPr>
            <a:lvl9pPr lvl="8" algn="ctr">
              <a:spcBef>
                <a:spcPts val="0"/>
              </a:spcBef>
              <a:spcAft>
                <a:spcPts val="0"/>
              </a:spcAft>
              <a:buClr>
                <a:schemeClr val="lt2"/>
              </a:buClr>
              <a:buSzPts val="4200"/>
              <a:buNone/>
              <a:defRPr>
                <a:solidFill>
                  <a:schemeClr val="lt2"/>
                </a:solidFill>
              </a:defRPr>
            </a:lvl9pPr>
          </a:lstStyle>
          <a:p>
            <a:r>
              <a:rPr lang="uk-UA"/>
              <a:t>Клацніть, щоб редагувати стиль зразка заголовка</a:t>
            </a:r>
            <a:endParaRPr/>
          </a:p>
        </p:txBody>
      </p:sp>
      <p:sp>
        <p:nvSpPr>
          <p:cNvPr id="45" name="Google Shape;45;p9"/>
          <p:cNvSpPr txBox="1">
            <a:spLocks noGrp="1"/>
          </p:cNvSpPr>
          <p:nvPr>
            <p:ph type="subTitle" idx="1"/>
          </p:nvPr>
        </p:nvSpPr>
        <p:spPr>
          <a:xfrm>
            <a:off x="265500" y="2769001"/>
            <a:ext cx="4045200" cy="157410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SzPts val="2400"/>
              <a:buFont typeface="Economica"/>
              <a:buNone/>
              <a:defRPr sz="2400">
                <a:latin typeface="Economica"/>
                <a:ea typeface="Economica"/>
                <a:cs typeface="Economica"/>
                <a:sym typeface="Economica"/>
              </a:defRPr>
            </a:lvl1pPr>
            <a:lvl2pPr lvl="1" algn="ctr">
              <a:lnSpc>
                <a:spcPct val="100000"/>
              </a:lnSpc>
              <a:spcBef>
                <a:spcPts val="0"/>
              </a:spcBef>
              <a:spcAft>
                <a:spcPts val="0"/>
              </a:spcAft>
              <a:buSzPts val="2400"/>
              <a:buFont typeface="Economica"/>
              <a:buNone/>
              <a:defRPr sz="2400">
                <a:latin typeface="Economica"/>
                <a:ea typeface="Economica"/>
                <a:cs typeface="Economica"/>
                <a:sym typeface="Economica"/>
              </a:defRPr>
            </a:lvl2pPr>
            <a:lvl3pPr lvl="2" algn="ctr">
              <a:lnSpc>
                <a:spcPct val="100000"/>
              </a:lnSpc>
              <a:spcBef>
                <a:spcPts val="0"/>
              </a:spcBef>
              <a:spcAft>
                <a:spcPts val="0"/>
              </a:spcAft>
              <a:buSzPts val="2400"/>
              <a:buFont typeface="Economica"/>
              <a:buNone/>
              <a:defRPr sz="2400">
                <a:latin typeface="Economica"/>
                <a:ea typeface="Economica"/>
                <a:cs typeface="Economica"/>
                <a:sym typeface="Economica"/>
              </a:defRPr>
            </a:lvl3pPr>
            <a:lvl4pPr lvl="3" algn="ctr">
              <a:lnSpc>
                <a:spcPct val="100000"/>
              </a:lnSpc>
              <a:spcBef>
                <a:spcPts val="0"/>
              </a:spcBef>
              <a:spcAft>
                <a:spcPts val="0"/>
              </a:spcAft>
              <a:buSzPts val="2400"/>
              <a:buFont typeface="Economica"/>
              <a:buNone/>
              <a:defRPr sz="2400">
                <a:latin typeface="Economica"/>
                <a:ea typeface="Economica"/>
                <a:cs typeface="Economica"/>
                <a:sym typeface="Economica"/>
              </a:defRPr>
            </a:lvl4pPr>
            <a:lvl5pPr lvl="4" algn="ctr">
              <a:lnSpc>
                <a:spcPct val="100000"/>
              </a:lnSpc>
              <a:spcBef>
                <a:spcPts val="0"/>
              </a:spcBef>
              <a:spcAft>
                <a:spcPts val="0"/>
              </a:spcAft>
              <a:buSzPts val="2400"/>
              <a:buFont typeface="Economica"/>
              <a:buNone/>
              <a:defRPr sz="2400">
                <a:latin typeface="Economica"/>
                <a:ea typeface="Economica"/>
                <a:cs typeface="Economica"/>
                <a:sym typeface="Economica"/>
              </a:defRPr>
            </a:lvl5pPr>
            <a:lvl6pPr lvl="5" algn="ctr">
              <a:lnSpc>
                <a:spcPct val="100000"/>
              </a:lnSpc>
              <a:spcBef>
                <a:spcPts val="0"/>
              </a:spcBef>
              <a:spcAft>
                <a:spcPts val="0"/>
              </a:spcAft>
              <a:buSzPts val="2400"/>
              <a:buFont typeface="Economica"/>
              <a:buNone/>
              <a:defRPr sz="2400">
                <a:latin typeface="Economica"/>
                <a:ea typeface="Economica"/>
                <a:cs typeface="Economica"/>
                <a:sym typeface="Economica"/>
              </a:defRPr>
            </a:lvl6pPr>
            <a:lvl7pPr lvl="6" algn="ctr">
              <a:lnSpc>
                <a:spcPct val="100000"/>
              </a:lnSpc>
              <a:spcBef>
                <a:spcPts val="0"/>
              </a:spcBef>
              <a:spcAft>
                <a:spcPts val="0"/>
              </a:spcAft>
              <a:buSzPts val="2400"/>
              <a:buFont typeface="Economica"/>
              <a:buNone/>
              <a:defRPr sz="2400">
                <a:latin typeface="Economica"/>
                <a:ea typeface="Economica"/>
                <a:cs typeface="Economica"/>
                <a:sym typeface="Economica"/>
              </a:defRPr>
            </a:lvl7pPr>
            <a:lvl8pPr lvl="7" algn="ctr">
              <a:lnSpc>
                <a:spcPct val="100000"/>
              </a:lnSpc>
              <a:spcBef>
                <a:spcPts val="0"/>
              </a:spcBef>
              <a:spcAft>
                <a:spcPts val="0"/>
              </a:spcAft>
              <a:buSzPts val="2400"/>
              <a:buFont typeface="Economica"/>
              <a:buNone/>
              <a:defRPr sz="2400">
                <a:latin typeface="Economica"/>
                <a:ea typeface="Economica"/>
                <a:cs typeface="Economica"/>
                <a:sym typeface="Economica"/>
              </a:defRPr>
            </a:lvl8pPr>
            <a:lvl9pPr lvl="8" algn="ctr">
              <a:lnSpc>
                <a:spcPct val="100000"/>
              </a:lnSpc>
              <a:spcBef>
                <a:spcPts val="0"/>
              </a:spcBef>
              <a:spcAft>
                <a:spcPts val="0"/>
              </a:spcAft>
              <a:buSzPts val="2400"/>
              <a:buFont typeface="Economica"/>
              <a:buNone/>
              <a:defRPr sz="2400">
                <a:latin typeface="Economica"/>
                <a:ea typeface="Economica"/>
                <a:cs typeface="Economica"/>
                <a:sym typeface="Economica"/>
              </a:defRPr>
            </a:lvl9pPr>
          </a:lstStyle>
          <a:p>
            <a:r>
              <a:rPr lang="uk-UA"/>
              <a:t>Клацніть, щоб редагувати стиль зразка підзаголовка</a:t>
            </a:r>
            <a:endParaRPr/>
          </a:p>
        </p:txBody>
      </p:sp>
      <p:sp>
        <p:nvSpPr>
          <p:cNvPr id="46" name="Google Shape;46;p9"/>
          <p:cNvSpPr txBox="1">
            <a:spLocks noGrp="1"/>
          </p:cNvSpPr>
          <p:nvPr>
            <p:ph type="body" idx="2"/>
          </p:nvPr>
        </p:nvSpPr>
        <p:spPr>
          <a:xfrm>
            <a:off x="4939500" y="724200"/>
            <a:ext cx="3837000" cy="3695100"/>
          </a:xfrm>
          <a:prstGeom prst="rect">
            <a:avLst/>
          </a:prstGeom>
        </p:spPr>
        <p:txBody>
          <a:bodyPr spcFirstLastPara="1" wrap="square" lIns="91425" tIns="91425" rIns="91425" bIns="91425" anchor="ctr" anchorCtr="0">
            <a:normAutofit/>
          </a:bodyPr>
          <a:lstStyle>
            <a:lvl1pPr marL="457200" lvl="0" indent="-342900">
              <a:spcBef>
                <a:spcPts val="0"/>
              </a:spcBef>
              <a:spcAft>
                <a:spcPts val="0"/>
              </a:spcAft>
              <a:buClr>
                <a:schemeClr val="lt1"/>
              </a:buClr>
              <a:buSzPts val="1800"/>
              <a:buChar char="●"/>
              <a:defRPr>
                <a:solidFill>
                  <a:schemeClr val="lt1"/>
                </a:solidFill>
              </a:defRPr>
            </a:lvl1pPr>
            <a:lvl2pPr marL="914400" lvl="1" indent="-317500">
              <a:spcBef>
                <a:spcPts val="0"/>
              </a:spcBef>
              <a:spcAft>
                <a:spcPts val="0"/>
              </a:spcAft>
              <a:buClr>
                <a:schemeClr val="lt1"/>
              </a:buClr>
              <a:buSzPts val="1400"/>
              <a:buChar char="○"/>
              <a:defRPr>
                <a:solidFill>
                  <a:schemeClr val="lt1"/>
                </a:solidFill>
              </a:defRPr>
            </a:lvl2pPr>
            <a:lvl3pPr marL="1371600" lvl="2" indent="-317500">
              <a:spcBef>
                <a:spcPts val="0"/>
              </a:spcBef>
              <a:spcAft>
                <a:spcPts val="0"/>
              </a:spcAft>
              <a:buClr>
                <a:schemeClr val="lt1"/>
              </a:buClr>
              <a:buSzPts val="1400"/>
              <a:buChar char="■"/>
              <a:defRPr>
                <a:solidFill>
                  <a:schemeClr val="lt1"/>
                </a:solidFill>
              </a:defRPr>
            </a:lvl3pPr>
            <a:lvl4pPr marL="1828800" lvl="3" indent="-317500">
              <a:spcBef>
                <a:spcPts val="0"/>
              </a:spcBef>
              <a:spcAft>
                <a:spcPts val="0"/>
              </a:spcAft>
              <a:buClr>
                <a:schemeClr val="lt1"/>
              </a:buClr>
              <a:buSzPts val="1400"/>
              <a:buChar char="●"/>
              <a:defRPr>
                <a:solidFill>
                  <a:schemeClr val="lt1"/>
                </a:solidFill>
              </a:defRPr>
            </a:lvl4pPr>
            <a:lvl5pPr marL="2286000" lvl="4" indent="-317500">
              <a:spcBef>
                <a:spcPts val="0"/>
              </a:spcBef>
              <a:spcAft>
                <a:spcPts val="0"/>
              </a:spcAft>
              <a:buClr>
                <a:schemeClr val="lt1"/>
              </a:buClr>
              <a:buSzPts val="1400"/>
              <a:buChar char="○"/>
              <a:defRPr>
                <a:solidFill>
                  <a:schemeClr val="lt1"/>
                </a:solidFill>
              </a:defRPr>
            </a:lvl5pPr>
            <a:lvl6pPr marL="2743200" lvl="5" indent="-317500">
              <a:spcBef>
                <a:spcPts val="0"/>
              </a:spcBef>
              <a:spcAft>
                <a:spcPts val="0"/>
              </a:spcAft>
              <a:buClr>
                <a:schemeClr val="lt1"/>
              </a:buClr>
              <a:buSzPts val="1400"/>
              <a:buChar char="■"/>
              <a:defRPr>
                <a:solidFill>
                  <a:schemeClr val="lt1"/>
                </a:solidFill>
              </a:defRPr>
            </a:lvl6pPr>
            <a:lvl7pPr marL="3200400" lvl="6" indent="-317500">
              <a:spcBef>
                <a:spcPts val="0"/>
              </a:spcBef>
              <a:spcAft>
                <a:spcPts val="0"/>
              </a:spcAft>
              <a:buClr>
                <a:schemeClr val="lt1"/>
              </a:buClr>
              <a:buSzPts val="1400"/>
              <a:buChar char="●"/>
              <a:defRPr>
                <a:solidFill>
                  <a:schemeClr val="lt1"/>
                </a:solidFill>
              </a:defRPr>
            </a:lvl7pPr>
            <a:lvl8pPr marL="3657600" lvl="7" indent="-317500">
              <a:spcBef>
                <a:spcPts val="0"/>
              </a:spcBef>
              <a:spcAft>
                <a:spcPts val="0"/>
              </a:spcAft>
              <a:buClr>
                <a:schemeClr val="lt1"/>
              </a:buClr>
              <a:buSzPts val="1400"/>
              <a:buChar char="○"/>
              <a:defRPr>
                <a:solidFill>
                  <a:schemeClr val="lt1"/>
                </a:solidFill>
              </a:defRPr>
            </a:lvl8pPr>
            <a:lvl9pPr marL="4114800" lvl="8" indent="-317500">
              <a:spcBef>
                <a:spcPts val="0"/>
              </a:spcBef>
              <a:spcAft>
                <a:spcPts val="0"/>
              </a:spcAft>
              <a:buClr>
                <a:schemeClr val="lt1"/>
              </a:buClr>
              <a:buSzPts val="1400"/>
              <a:buChar char="■"/>
              <a:defRPr>
                <a:solidFill>
                  <a:schemeClr val="lt1"/>
                </a:solidFill>
              </a:defRPr>
            </a:lvl9pPr>
          </a:lstStyle>
          <a:p>
            <a:pPr lvl="0"/>
            <a:r>
              <a:rPr lang="uk-UA"/>
              <a:t>Клацніть, щоб відредагувати стилі зразків тексту</a:t>
            </a:r>
          </a:p>
        </p:txBody>
      </p:sp>
      <p:sp>
        <p:nvSpPr>
          <p:cNvPr id="47" name="Google Shape;47;p9"/>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marL="0" lvl="0" indent="0" algn="r" rtl="0">
              <a:spcBef>
                <a:spcPts val="0"/>
              </a:spcBef>
              <a:spcAft>
                <a:spcPts val="0"/>
              </a:spcAft>
              <a:buNone/>
            </a:pPr>
            <a:fld id="{00000000-1234-1234-1234-123412341234}" type="slidenum">
              <a:rPr lang="uk"/>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48"/>
        <p:cNvGrpSpPr/>
        <p:nvPr/>
      </p:nvGrpSpPr>
      <p:grpSpPr>
        <a:xfrm>
          <a:off x="0" y="0"/>
          <a:ext cx="0" cy="0"/>
          <a:chOff x="0" y="0"/>
          <a:chExt cx="0" cy="0"/>
        </a:xfrm>
      </p:grpSpPr>
      <p:sp>
        <p:nvSpPr>
          <p:cNvPr id="49" name="Google Shape;49;p10"/>
          <p:cNvSpPr txBox="1">
            <a:spLocks noGrp="1"/>
          </p:cNvSpPr>
          <p:nvPr>
            <p:ph type="body" idx="1"/>
          </p:nvPr>
        </p:nvSpPr>
        <p:spPr>
          <a:xfrm>
            <a:off x="319500" y="4218925"/>
            <a:ext cx="5998800" cy="598800"/>
          </a:xfrm>
          <a:prstGeom prst="rect">
            <a:avLst/>
          </a:prstGeom>
        </p:spPr>
        <p:txBody>
          <a:bodyPr spcFirstLastPara="1" wrap="square" lIns="91425" tIns="91425" rIns="91425" bIns="91425" anchor="ctr" anchorCtr="0">
            <a:normAutofit/>
          </a:bodyPr>
          <a:lstStyle>
            <a:lvl1pPr marL="457200" lvl="0" indent="-228600">
              <a:lnSpc>
                <a:spcPct val="100000"/>
              </a:lnSpc>
              <a:spcBef>
                <a:spcPts val="0"/>
              </a:spcBef>
              <a:spcAft>
                <a:spcPts val="0"/>
              </a:spcAft>
              <a:buSzPts val="2400"/>
              <a:buFont typeface="Economica"/>
              <a:buNone/>
              <a:defRPr sz="2400">
                <a:latin typeface="Economica"/>
                <a:ea typeface="Economica"/>
                <a:cs typeface="Economica"/>
                <a:sym typeface="Economica"/>
              </a:defRPr>
            </a:lvl1pPr>
          </a:lstStyle>
          <a:p>
            <a:pPr lvl="0"/>
            <a:r>
              <a:rPr lang="uk-UA"/>
              <a:t>Клацніть, щоб відредагувати стилі зразків тексту</a:t>
            </a:r>
          </a:p>
        </p:txBody>
      </p:sp>
      <p:sp>
        <p:nvSpPr>
          <p:cNvPr id="50" name="Google Shape;50;p10"/>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uk"/>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51"/>
        <p:cNvGrpSpPr/>
        <p:nvPr/>
      </p:nvGrpSpPr>
      <p:grpSpPr>
        <a:xfrm>
          <a:off x="0" y="0"/>
          <a:ext cx="0" cy="0"/>
          <a:chOff x="0" y="0"/>
          <a:chExt cx="0" cy="0"/>
        </a:xfrm>
      </p:grpSpPr>
      <p:sp>
        <p:nvSpPr>
          <p:cNvPr id="52" name="Google Shape;52;p11"/>
          <p:cNvSpPr/>
          <p:nvPr/>
        </p:nvSpPr>
        <p:spPr>
          <a:xfrm>
            <a:off x="0" y="5045700"/>
            <a:ext cx="9144000" cy="978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 name="Google Shape;53;p11"/>
          <p:cNvSpPr txBox="1">
            <a:spLocks noGrp="1"/>
          </p:cNvSpPr>
          <p:nvPr>
            <p:ph type="title" hasCustomPrompt="1"/>
          </p:nvPr>
        </p:nvSpPr>
        <p:spPr>
          <a:xfrm>
            <a:off x="311700" y="957125"/>
            <a:ext cx="8520600" cy="2128800"/>
          </a:xfrm>
          <a:prstGeom prst="rect">
            <a:avLst/>
          </a:prstGeom>
        </p:spPr>
        <p:txBody>
          <a:bodyPr spcFirstLastPara="1" wrap="square" lIns="91425" tIns="91425" rIns="91425" bIns="91425" anchor="ctr" anchorCtr="0">
            <a:normAutofit/>
          </a:bodyPr>
          <a:lstStyle>
            <a:lvl1pPr lvl="0" algn="ctr">
              <a:spcBef>
                <a:spcPts val="0"/>
              </a:spcBef>
              <a:spcAft>
                <a:spcPts val="0"/>
              </a:spcAft>
              <a:buClr>
                <a:schemeClr val="lt2"/>
              </a:buClr>
              <a:buSzPts val="16000"/>
              <a:buNone/>
              <a:defRPr sz="16000">
                <a:solidFill>
                  <a:schemeClr val="lt2"/>
                </a:solidFill>
              </a:defRPr>
            </a:lvl1pPr>
            <a:lvl2pPr lvl="1" algn="ctr">
              <a:spcBef>
                <a:spcPts val="0"/>
              </a:spcBef>
              <a:spcAft>
                <a:spcPts val="0"/>
              </a:spcAft>
              <a:buClr>
                <a:schemeClr val="lt2"/>
              </a:buClr>
              <a:buSzPts val="16000"/>
              <a:buNone/>
              <a:defRPr sz="16000">
                <a:solidFill>
                  <a:schemeClr val="lt2"/>
                </a:solidFill>
              </a:defRPr>
            </a:lvl2pPr>
            <a:lvl3pPr lvl="2" algn="ctr">
              <a:spcBef>
                <a:spcPts val="0"/>
              </a:spcBef>
              <a:spcAft>
                <a:spcPts val="0"/>
              </a:spcAft>
              <a:buClr>
                <a:schemeClr val="lt2"/>
              </a:buClr>
              <a:buSzPts val="16000"/>
              <a:buNone/>
              <a:defRPr sz="16000">
                <a:solidFill>
                  <a:schemeClr val="lt2"/>
                </a:solidFill>
              </a:defRPr>
            </a:lvl3pPr>
            <a:lvl4pPr lvl="3" algn="ctr">
              <a:spcBef>
                <a:spcPts val="0"/>
              </a:spcBef>
              <a:spcAft>
                <a:spcPts val="0"/>
              </a:spcAft>
              <a:buClr>
                <a:schemeClr val="lt2"/>
              </a:buClr>
              <a:buSzPts val="16000"/>
              <a:buNone/>
              <a:defRPr sz="16000">
                <a:solidFill>
                  <a:schemeClr val="lt2"/>
                </a:solidFill>
              </a:defRPr>
            </a:lvl4pPr>
            <a:lvl5pPr lvl="4" algn="ctr">
              <a:spcBef>
                <a:spcPts val="0"/>
              </a:spcBef>
              <a:spcAft>
                <a:spcPts val="0"/>
              </a:spcAft>
              <a:buClr>
                <a:schemeClr val="lt2"/>
              </a:buClr>
              <a:buSzPts val="16000"/>
              <a:buNone/>
              <a:defRPr sz="16000">
                <a:solidFill>
                  <a:schemeClr val="lt2"/>
                </a:solidFill>
              </a:defRPr>
            </a:lvl5pPr>
            <a:lvl6pPr lvl="5" algn="ctr">
              <a:spcBef>
                <a:spcPts val="0"/>
              </a:spcBef>
              <a:spcAft>
                <a:spcPts val="0"/>
              </a:spcAft>
              <a:buClr>
                <a:schemeClr val="lt2"/>
              </a:buClr>
              <a:buSzPts val="16000"/>
              <a:buNone/>
              <a:defRPr sz="16000">
                <a:solidFill>
                  <a:schemeClr val="lt2"/>
                </a:solidFill>
              </a:defRPr>
            </a:lvl6pPr>
            <a:lvl7pPr lvl="6" algn="ctr">
              <a:spcBef>
                <a:spcPts val="0"/>
              </a:spcBef>
              <a:spcAft>
                <a:spcPts val="0"/>
              </a:spcAft>
              <a:buClr>
                <a:schemeClr val="lt2"/>
              </a:buClr>
              <a:buSzPts val="16000"/>
              <a:buNone/>
              <a:defRPr sz="16000">
                <a:solidFill>
                  <a:schemeClr val="lt2"/>
                </a:solidFill>
              </a:defRPr>
            </a:lvl7pPr>
            <a:lvl8pPr lvl="7" algn="ctr">
              <a:spcBef>
                <a:spcPts val="0"/>
              </a:spcBef>
              <a:spcAft>
                <a:spcPts val="0"/>
              </a:spcAft>
              <a:buClr>
                <a:schemeClr val="lt2"/>
              </a:buClr>
              <a:buSzPts val="16000"/>
              <a:buNone/>
              <a:defRPr sz="16000">
                <a:solidFill>
                  <a:schemeClr val="lt2"/>
                </a:solidFill>
              </a:defRPr>
            </a:lvl8pPr>
            <a:lvl9pPr lvl="8" algn="ctr">
              <a:spcBef>
                <a:spcPts val="0"/>
              </a:spcBef>
              <a:spcAft>
                <a:spcPts val="0"/>
              </a:spcAft>
              <a:buClr>
                <a:schemeClr val="lt2"/>
              </a:buClr>
              <a:buSzPts val="16000"/>
              <a:buNone/>
              <a:defRPr sz="16000">
                <a:solidFill>
                  <a:schemeClr val="lt2"/>
                </a:solidFill>
              </a:defRPr>
            </a:lvl9pPr>
          </a:lstStyle>
          <a:p>
            <a:r>
              <a:t>xx%</a:t>
            </a:r>
          </a:p>
        </p:txBody>
      </p:sp>
      <p:sp>
        <p:nvSpPr>
          <p:cNvPr id="54" name="Google Shape;54;p11"/>
          <p:cNvSpPr txBox="1">
            <a:spLocks noGrp="1"/>
          </p:cNvSpPr>
          <p:nvPr>
            <p:ph type="body" idx="1"/>
          </p:nvPr>
        </p:nvSpPr>
        <p:spPr>
          <a:xfrm>
            <a:off x="311700" y="3162000"/>
            <a:ext cx="8520600" cy="1071600"/>
          </a:xfrm>
          <a:prstGeom prst="rect">
            <a:avLst/>
          </a:prstGeom>
        </p:spPr>
        <p:txBody>
          <a:bodyPr spcFirstLastPara="1" wrap="square" lIns="91425" tIns="91425" rIns="91425" bIns="91425" anchor="t" anchorCtr="0">
            <a:normAutofit/>
          </a:bodyPr>
          <a:lstStyle>
            <a:lvl1pPr marL="457200" lvl="0" indent="-342900" algn="ctr">
              <a:spcBef>
                <a:spcPts val="0"/>
              </a:spcBef>
              <a:spcAft>
                <a:spcPts val="0"/>
              </a:spcAft>
              <a:buSzPts val="1800"/>
              <a:buChar char="●"/>
              <a:defRPr/>
            </a:lvl1pPr>
            <a:lvl2pPr marL="914400" lvl="1" indent="-317500" algn="ctr">
              <a:spcBef>
                <a:spcPts val="0"/>
              </a:spcBef>
              <a:spcAft>
                <a:spcPts val="0"/>
              </a:spcAft>
              <a:buSzPts val="1400"/>
              <a:buChar char="○"/>
              <a:defRPr/>
            </a:lvl2pPr>
            <a:lvl3pPr marL="1371600" lvl="2" indent="-317500" algn="ctr">
              <a:spcBef>
                <a:spcPts val="0"/>
              </a:spcBef>
              <a:spcAft>
                <a:spcPts val="0"/>
              </a:spcAft>
              <a:buSzPts val="1400"/>
              <a:buChar char="■"/>
              <a:defRPr/>
            </a:lvl3pPr>
            <a:lvl4pPr marL="1828800" lvl="3" indent="-317500" algn="ctr">
              <a:spcBef>
                <a:spcPts val="0"/>
              </a:spcBef>
              <a:spcAft>
                <a:spcPts val="0"/>
              </a:spcAft>
              <a:buSzPts val="1400"/>
              <a:buChar char="●"/>
              <a:defRPr/>
            </a:lvl4pPr>
            <a:lvl5pPr marL="2286000" lvl="4" indent="-317500" algn="ctr">
              <a:spcBef>
                <a:spcPts val="0"/>
              </a:spcBef>
              <a:spcAft>
                <a:spcPts val="0"/>
              </a:spcAft>
              <a:buSzPts val="1400"/>
              <a:buChar char="○"/>
              <a:defRPr/>
            </a:lvl5pPr>
            <a:lvl6pPr marL="2743200" lvl="5" indent="-317500" algn="ctr">
              <a:spcBef>
                <a:spcPts val="0"/>
              </a:spcBef>
              <a:spcAft>
                <a:spcPts val="0"/>
              </a:spcAft>
              <a:buSzPts val="1400"/>
              <a:buChar char="■"/>
              <a:defRPr/>
            </a:lvl6pPr>
            <a:lvl7pPr marL="3200400" lvl="6" indent="-317500" algn="ctr">
              <a:spcBef>
                <a:spcPts val="0"/>
              </a:spcBef>
              <a:spcAft>
                <a:spcPts val="0"/>
              </a:spcAft>
              <a:buSzPts val="1400"/>
              <a:buChar char="●"/>
              <a:defRPr/>
            </a:lvl7pPr>
            <a:lvl8pPr marL="3657600" lvl="7" indent="-317500" algn="ctr">
              <a:spcBef>
                <a:spcPts val="0"/>
              </a:spcBef>
              <a:spcAft>
                <a:spcPts val="0"/>
              </a:spcAft>
              <a:buSzPts val="1400"/>
              <a:buChar char="○"/>
              <a:defRPr/>
            </a:lvl8pPr>
            <a:lvl9pPr marL="4114800" lvl="8" indent="-317500" algn="ctr">
              <a:spcBef>
                <a:spcPts val="0"/>
              </a:spcBef>
              <a:spcAft>
                <a:spcPts val="0"/>
              </a:spcAft>
              <a:buSzPts val="1400"/>
              <a:buChar char="■"/>
              <a:defRPr/>
            </a:lvl9pPr>
          </a:lstStyle>
          <a:p>
            <a:pPr lvl="0"/>
            <a:r>
              <a:rPr lang="uk-UA"/>
              <a:t>Клацніть, щоб відредагувати стилі зразків тексту</a:t>
            </a:r>
          </a:p>
        </p:txBody>
      </p:sp>
      <p:sp>
        <p:nvSpPr>
          <p:cNvPr id="55" name="Google Shape;55;p11"/>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uk"/>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Blank" type="blank">
  <p:cSld name="Пустий слайд">
    <p:spTree>
      <p:nvGrpSpPr>
        <p:cNvPr id="1" name="Shape 56"/>
        <p:cNvGrpSpPr/>
        <p:nvPr/>
      </p:nvGrpSpPr>
      <p:grpSpPr>
        <a:xfrm>
          <a:off x="0" y="0"/>
          <a:ext cx="0" cy="0"/>
          <a:chOff x="0" y="0"/>
          <a:chExt cx="0" cy="0"/>
        </a:xfrm>
      </p:grpSpPr>
      <p:sp>
        <p:nvSpPr>
          <p:cNvPr id="57" name="Google Shape;57;p1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uk"/>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luxe">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311700" y="315925"/>
            <a:ext cx="8520600" cy="831300"/>
          </a:xfrm>
          <a:prstGeom prst="rect">
            <a:avLst/>
          </a:prstGeom>
          <a:noFill/>
          <a:ln>
            <a:noFill/>
          </a:ln>
        </p:spPr>
        <p:txBody>
          <a:bodyPr spcFirstLastPara="1" wrap="square" lIns="91425" tIns="91425" rIns="91425" bIns="91425" anchor="b" anchorCtr="0">
            <a:normAutofit/>
          </a:bodyPr>
          <a:lstStyle>
            <a:lvl1pPr lvl="0">
              <a:spcBef>
                <a:spcPts val="0"/>
              </a:spcBef>
              <a:spcAft>
                <a:spcPts val="0"/>
              </a:spcAft>
              <a:buClr>
                <a:schemeClr val="dk1"/>
              </a:buClr>
              <a:buSzPts val="4200"/>
              <a:buFont typeface="Economica"/>
              <a:buNone/>
              <a:defRPr sz="4200">
                <a:solidFill>
                  <a:schemeClr val="dk1"/>
                </a:solidFill>
                <a:latin typeface="Economica"/>
                <a:ea typeface="Economica"/>
                <a:cs typeface="Economica"/>
                <a:sym typeface="Economica"/>
              </a:defRPr>
            </a:lvl1pPr>
            <a:lvl2pPr lvl="1">
              <a:spcBef>
                <a:spcPts val="0"/>
              </a:spcBef>
              <a:spcAft>
                <a:spcPts val="0"/>
              </a:spcAft>
              <a:buClr>
                <a:schemeClr val="dk1"/>
              </a:buClr>
              <a:buSzPts val="4200"/>
              <a:buFont typeface="Economica"/>
              <a:buNone/>
              <a:defRPr sz="4200">
                <a:solidFill>
                  <a:schemeClr val="dk1"/>
                </a:solidFill>
                <a:latin typeface="Economica"/>
                <a:ea typeface="Economica"/>
                <a:cs typeface="Economica"/>
                <a:sym typeface="Economica"/>
              </a:defRPr>
            </a:lvl2pPr>
            <a:lvl3pPr lvl="2">
              <a:spcBef>
                <a:spcPts val="0"/>
              </a:spcBef>
              <a:spcAft>
                <a:spcPts val="0"/>
              </a:spcAft>
              <a:buClr>
                <a:schemeClr val="dk1"/>
              </a:buClr>
              <a:buSzPts val="4200"/>
              <a:buFont typeface="Economica"/>
              <a:buNone/>
              <a:defRPr sz="4200">
                <a:solidFill>
                  <a:schemeClr val="dk1"/>
                </a:solidFill>
                <a:latin typeface="Economica"/>
                <a:ea typeface="Economica"/>
                <a:cs typeface="Economica"/>
                <a:sym typeface="Economica"/>
              </a:defRPr>
            </a:lvl3pPr>
            <a:lvl4pPr lvl="3">
              <a:spcBef>
                <a:spcPts val="0"/>
              </a:spcBef>
              <a:spcAft>
                <a:spcPts val="0"/>
              </a:spcAft>
              <a:buClr>
                <a:schemeClr val="dk1"/>
              </a:buClr>
              <a:buSzPts val="4200"/>
              <a:buFont typeface="Economica"/>
              <a:buNone/>
              <a:defRPr sz="4200">
                <a:solidFill>
                  <a:schemeClr val="dk1"/>
                </a:solidFill>
                <a:latin typeface="Economica"/>
                <a:ea typeface="Economica"/>
                <a:cs typeface="Economica"/>
                <a:sym typeface="Economica"/>
              </a:defRPr>
            </a:lvl4pPr>
            <a:lvl5pPr lvl="4">
              <a:spcBef>
                <a:spcPts val="0"/>
              </a:spcBef>
              <a:spcAft>
                <a:spcPts val="0"/>
              </a:spcAft>
              <a:buClr>
                <a:schemeClr val="dk1"/>
              </a:buClr>
              <a:buSzPts val="4200"/>
              <a:buFont typeface="Economica"/>
              <a:buNone/>
              <a:defRPr sz="4200">
                <a:solidFill>
                  <a:schemeClr val="dk1"/>
                </a:solidFill>
                <a:latin typeface="Economica"/>
                <a:ea typeface="Economica"/>
                <a:cs typeface="Economica"/>
                <a:sym typeface="Economica"/>
              </a:defRPr>
            </a:lvl5pPr>
            <a:lvl6pPr lvl="5">
              <a:spcBef>
                <a:spcPts val="0"/>
              </a:spcBef>
              <a:spcAft>
                <a:spcPts val="0"/>
              </a:spcAft>
              <a:buClr>
                <a:schemeClr val="dk1"/>
              </a:buClr>
              <a:buSzPts val="4200"/>
              <a:buFont typeface="Economica"/>
              <a:buNone/>
              <a:defRPr sz="4200">
                <a:solidFill>
                  <a:schemeClr val="dk1"/>
                </a:solidFill>
                <a:latin typeface="Economica"/>
                <a:ea typeface="Economica"/>
                <a:cs typeface="Economica"/>
                <a:sym typeface="Economica"/>
              </a:defRPr>
            </a:lvl6pPr>
            <a:lvl7pPr lvl="6">
              <a:spcBef>
                <a:spcPts val="0"/>
              </a:spcBef>
              <a:spcAft>
                <a:spcPts val="0"/>
              </a:spcAft>
              <a:buClr>
                <a:schemeClr val="dk1"/>
              </a:buClr>
              <a:buSzPts val="4200"/>
              <a:buFont typeface="Economica"/>
              <a:buNone/>
              <a:defRPr sz="4200">
                <a:solidFill>
                  <a:schemeClr val="dk1"/>
                </a:solidFill>
                <a:latin typeface="Economica"/>
                <a:ea typeface="Economica"/>
                <a:cs typeface="Economica"/>
                <a:sym typeface="Economica"/>
              </a:defRPr>
            </a:lvl7pPr>
            <a:lvl8pPr lvl="7">
              <a:spcBef>
                <a:spcPts val="0"/>
              </a:spcBef>
              <a:spcAft>
                <a:spcPts val="0"/>
              </a:spcAft>
              <a:buClr>
                <a:schemeClr val="dk1"/>
              </a:buClr>
              <a:buSzPts val="4200"/>
              <a:buFont typeface="Economica"/>
              <a:buNone/>
              <a:defRPr sz="4200">
                <a:solidFill>
                  <a:schemeClr val="dk1"/>
                </a:solidFill>
                <a:latin typeface="Economica"/>
                <a:ea typeface="Economica"/>
                <a:cs typeface="Economica"/>
                <a:sym typeface="Economica"/>
              </a:defRPr>
            </a:lvl8pPr>
            <a:lvl9pPr lvl="8">
              <a:spcBef>
                <a:spcPts val="0"/>
              </a:spcBef>
              <a:spcAft>
                <a:spcPts val="0"/>
              </a:spcAft>
              <a:buClr>
                <a:schemeClr val="dk1"/>
              </a:buClr>
              <a:buSzPts val="4200"/>
              <a:buFont typeface="Economica"/>
              <a:buNone/>
              <a:defRPr sz="4200">
                <a:solidFill>
                  <a:schemeClr val="dk1"/>
                </a:solidFill>
                <a:latin typeface="Economica"/>
                <a:ea typeface="Economica"/>
                <a:cs typeface="Economica"/>
                <a:sym typeface="Economica"/>
              </a:defRPr>
            </a:lvl9pPr>
          </a:lstStyle>
          <a:p>
            <a:endParaRPr/>
          </a:p>
        </p:txBody>
      </p:sp>
      <p:sp>
        <p:nvSpPr>
          <p:cNvPr id="7" name="Google Shape;7;p1"/>
          <p:cNvSpPr txBox="1">
            <a:spLocks noGrp="1"/>
          </p:cNvSpPr>
          <p:nvPr>
            <p:ph type="body" idx="1"/>
          </p:nvPr>
        </p:nvSpPr>
        <p:spPr>
          <a:xfrm>
            <a:off x="311700" y="1225225"/>
            <a:ext cx="8520600" cy="3354000"/>
          </a:xfrm>
          <a:prstGeom prst="rect">
            <a:avLst/>
          </a:prstGeom>
          <a:noFill/>
          <a:ln>
            <a:noFill/>
          </a:ln>
        </p:spPr>
        <p:txBody>
          <a:bodyPr spcFirstLastPara="1" wrap="square" lIns="91425" tIns="91425" rIns="91425" bIns="91425" anchor="t" anchorCtr="0">
            <a:normAutofit/>
          </a:bodyPr>
          <a:lstStyle>
            <a:lvl1pPr marL="457200" lvl="0" indent="-342900">
              <a:lnSpc>
                <a:spcPct val="115000"/>
              </a:lnSpc>
              <a:spcBef>
                <a:spcPts val="0"/>
              </a:spcBef>
              <a:spcAft>
                <a:spcPts val="0"/>
              </a:spcAft>
              <a:buClr>
                <a:schemeClr val="dk1"/>
              </a:buClr>
              <a:buSzPts val="1800"/>
              <a:buFont typeface="Open Sans"/>
              <a:buChar char="●"/>
              <a:defRPr sz="1800">
                <a:solidFill>
                  <a:schemeClr val="dk1"/>
                </a:solidFill>
                <a:latin typeface="Open Sans"/>
                <a:ea typeface="Open Sans"/>
                <a:cs typeface="Open Sans"/>
                <a:sym typeface="Open Sans"/>
              </a:defRPr>
            </a:lvl1pPr>
            <a:lvl2pPr marL="914400" lvl="1" indent="-317500">
              <a:lnSpc>
                <a:spcPct val="115000"/>
              </a:lnSpc>
              <a:spcBef>
                <a:spcPts val="0"/>
              </a:spcBef>
              <a:spcAft>
                <a:spcPts val="0"/>
              </a:spcAft>
              <a:buClr>
                <a:schemeClr val="dk1"/>
              </a:buClr>
              <a:buSzPts val="1400"/>
              <a:buFont typeface="Open Sans"/>
              <a:buChar char="○"/>
              <a:defRPr>
                <a:solidFill>
                  <a:schemeClr val="dk1"/>
                </a:solidFill>
                <a:latin typeface="Open Sans"/>
                <a:ea typeface="Open Sans"/>
                <a:cs typeface="Open Sans"/>
                <a:sym typeface="Open Sans"/>
              </a:defRPr>
            </a:lvl2pPr>
            <a:lvl3pPr marL="1371600" lvl="2" indent="-317500">
              <a:lnSpc>
                <a:spcPct val="115000"/>
              </a:lnSpc>
              <a:spcBef>
                <a:spcPts val="0"/>
              </a:spcBef>
              <a:spcAft>
                <a:spcPts val="0"/>
              </a:spcAft>
              <a:buClr>
                <a:schemeClr val="dk1"/>
              </a:buClr>
              <a:buSzPts val="1400"/>
              <a:buFont typeface="Open Sans"/>
              <a:buChar char="■"/>
              <a:defRPr>
                <a:solidFill>
                  <a:schemeClr val="dk1"/>
                </a:solidFill>
                <a:latin typeface="Open Sans"/>
                <a:ea typeface="Open Sans"/>
                <a:cs typeface="Open Sans"/>
                <a:sym typeface="Open Sans"/>
              </a:defRPr>
            </a:lvl3pPr>
            <a:lvl4pPr marL="1828800" lvl="3" indent="-317500">
              <a:lnSpc>
                <a:spcPct val="115000"/>
              </a:lnSpc>
              <a:spcBef>
                <a:spcPts val="0"/>
              </a:spcBef>
              <a:spcAft>
                <a:spcPts val="0"/>
              </a:spcAft>
              <a:buClr>
                <a:schemeClr val="dk1"/>
              </a:buClr>
              <a:buSzPts val="1400"/>
              <a:buFont typeface="Open Sans"/>
              <a:buChar char="●"/>
              <a:defRPr>
                <a:solidFill>
                  <a:schemeClr val="dk1"/>
                </a:solidFill>
                <a:latin typeface="Open Sans"/>
                <a:ea typeface="Open Sans"/>
                <a:cs typeface="Open Sans"/>
                <a:sym typeface="Open Sans"/>
              </a:defRPr>
            </a:lvl4pPr>
            <a:lvl5pPr marL="2286000" lvl="4" indent="-317500">
              <a:lnSpc>
                <a:spcPct val="115000"/>
              </a:lnSpc>
              <a:spcBef>
                <a:spcPts val="0"/>
              </a:spcBef>
              <a:spcAft>
                <a:spcPts val="0"/>
              </a:spcAft>
              <a:buClr>
                <a:schemeClr val="dk1"/>
              </a:buClr>
              <a:buSzPts val="1400"/>
              <a:buFont typeface="Open Sans"/>
              <a:buChar char="○"/>
              <a:defRPr>
                <a:solidFill>
                  <a:schemeClr val="dk1"/>
                </a:solidFill>
                <a:latin typeface="Open Sans"/>
                <a:ea typeface="Open Sans"/>
                <a:cs typeface="Open Sans"/>
                <a:sym typeface="Open Sans"/>
              </a:defRPr>
            </a:lvl5pPr>
            <a:lvl6pPr marL="2743200" lvl="5" indent="-317500">
              <a:lnSpc>
                <a:spcPct val="115000"/>
              </a:lnSpc>
              <a:spcBef>
                <a:spcPts val="0"/>
              </a:spcBef>
              <a:spcAft>
                <a:spcPts val="0"/>
              </a:spcAft>
              <a:buClr>
                <a:schemeClr val="dk1"/>
              </a:buClr>
              <a:buSzPts val="1400"/>
              <a:buFont typeface="Open Sans"/>
              <a:buChar char="■"/>
              <a:defRPr>
                <a:solidFill>
                  <a:schemeClr val="dk1"/>
                </a:solidFill>
                <a:latin typeface="Open Sans"/>
                <a:ea typeface="Open Sans"/>
                <a:cs typeface="Open Sans"/>
                <a:sym typeface="Open Sans"/>
              </a:defRPr>
            </a:lvl6pPr>
            <a:lvl7pPr marL="3200400" lvl="6" indent="-317500">
              <a:lnSpc>
                <a:spcPct val="115000"/>
              </a:lnSpc>
              <a:spcBef>
                <a:spcPts val="0"/>
              </a:spcBef>
              <a:spcAft>
                <a:spcPts val="0"/>
              </a:spcAft>
              <a:buClr>
                <a:schemeClr val="dk1"/>
              </a:buClr>
              <a:buSzPts val="1400"/>
              <a:buFont typeface="Open Sans"/>
              <a:buChar char="●"/>
              <a:defRPr>
                <a:solidFill>
                  <a:schemeClr val="dk1"/>
                </a:solidFill>
                <a:latin typeface="Open Sans"/>
                <a:ea typeface="Open Sans"/>
                <a:cs typeface="Open Sans"/>
                <a:sym typeface="Open Sans"/>
              </a:defRPr>
            </a:lvl7pPr>
            <a:lvl8pPr marL="3657600" lvl="7" indent="-317500">
              <a:lnSpc>
                <a:spcPct val="115000"/>
              </a:lnSpc>
              <a:spcBef>
                <a:spcPts val="0"/>
              </a:spcBef>
              <a:spcAft>
                <a:spcPts val="0"/>
              </a:spcAft>
              <a:buClr>
                <a:schemeClr val="dk1"/>
              </a:buClr>
              <a:buSzPts val="1400"/>
              <a:buFont typeface="Open Sans"/>
              <a:buChar char="○"/>
              <a:defRPr>
                <a:solidFill>
                  <a:schemeClr val="dk1"/>
                </a:solidFill>
                <a:latin typeface="Open Sans"/>
                <a:ea typeface="Open Sans"/>
                <a:cs typeface="Open Sans"/>
                <a:sym typeface="Open Sans"/>
              </a:defRPr>
            </a:lvl8pPr>
            <a:lvl9pPr marL="4114800" lvl="8" indent="-317500">
              <a:lnSpc>
                <a:spcPct val="115000"/>
              </a:lnSpc>
              <a:spcBef>
                <a:spcPts val="0"/>
              </a:spcBef>
              <a:spcAft>
                <a:spcPts val="0"/>
              </a:spcAft>
              <a:buClr>
                <a:schemeClr val="dk1"/>
              </a:buClr>
              <a:buSzPts val="1400"/>
              <a:buFont typeface="Open Sans"/>
              <a:buChar char="■"/>
              <a:defRPr>
                <a:solidFill>
                  <a:schemeClr val="dk1"/>
                </a:solidFill>
                <a:latin typeface="Open Sans"/>
                <a:ea typeface="Open Sans"/>
                <a:cs typeface="Open Sans"/>
                <a:sym typeface="Open Sans"/>
              </a:defRPr>
            </a:lvl9pPr>
          </a:lstStyle>
          <a:p>
            <a:endParaRPr/>
          </a:p>
        </p:txBody>
      </p:sp>
      <p:sp>
        <p:nvSpPr>
          <p:cNvPr id="8" name="Google Shape;8;p1"/>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lvl="0" algn="r">
              <a:buNone/>
              <a:defRPr sz="1000">
                <a:solidFill>
                  <a:schemeClr val="dk1"/>
                </a:solidFill>
                <a:latin typeface="Economica"/>
                <a:ea typeface="Economica"/>
                <a:cs typeface="Economica"/>
                <a:sym typeface="Economica"/>
              </a:defRPr>
            </a:lvl1pPr>
            <a:lvl2pPr lvl="1" algn="r">
              <a:buNone/>
              <a:defRPr sz="1000">
                <a:solidFill>
                  <a:schemeClr val="dk1"/>
                </a:solidFill>
                <a:latin typeface="Economica"/>
                <a:ea typeface="Economica"/>
                <a:cs typeface="Economica"/>
                <a:sym typeface="Economica"/>
              </a:defRPr>
            </a:lvl2pPr>
            <a:lvl3pPr lvl="2" algn="r">
              <a:buNone/>
              <a:defRPr sz="1000">
                <a:solidFill>
                  <a:schemeClr val="dk1"/>
                </a:solidFill>
                <a:latin typeface="Economica"/>
                <a:ea typeface="Economica"/>
                <a:cs typeface="Economica"/>
                <a:sym typeface="Economica"/>
              </a:defRPr>
            </a:lvl3pPr>
            <a:lvl4pPr lvl="3" algn="r">
              <a:buNone/>
              <a:defRPr sz="1000">
                <a:solidFill>
                  <a:schemeClr val="dk1"/>
                </a:solidFill>
                <a:latin typeface="Economica"/>
                <a:ea typeface="Economica"/>
                <a:cs typeface="Economica"/>
                <a:sym typeface="Economica"/>
              </a:defRPr>
            </a:lvl4pPr>
            <a:lvl5pPr lvl="4" algn="r">
              <a:buNone/>
              <a:defRPr sz="1000">
                <a:solidFill>
                  <a:schemeClr val="dk1"/>
                </a:solidFill>
                <a:latin typeface="Economica"/>
                <a:ea typeface="Economica"/>
                <a:cs typeface="Economica"/>
                <a:sym typeface="Economica"/>
              </a:defRPr>
            </a:lvl5pPr>
            <a:lvl6pPr lvl="5" algn="r">
              <a:buNone/>
              <a:defRPr sz="1000">
                <a:solidFill>
                  <a:schemeClr val="dk1"/>
                </a:solidFill>
                <a:latin typeface="Economica"/>
                <a:ea typeface="Economica"/>
                <a:cs typeface="Economica"/>
                <a:sym typeface="Economica"/>
              </a:defRPr>
            </a:lvl6pPr>
            <a:lvl7pPr lvl="6" algn="r">
              <a:buNone/>
              <a:defRPr sz="1000">
                <a:solidFill>
                  <a:schemeClr val="dk1"/>
                </a:solidFill>
                <a:latin typeface="Economica"/>
                <a:ea typeface="Economica"/>
                <a:cs typeface="Economica"/>
                <a:sym typeface="Economica"/>
              </a:defRPr>
            </a:lvl7pPr>
            <a:lvl8pPr lvl="7" algn="r">
              <a:buNone/>
              <a:defRPr sz="1000">
                <a:solidFill>
                  <a:schemeClr val="dk1"/>
                </a:solidFill>
                <a:latin typeface="Economica"/>
                <a:ea typeface="Economica"/>
                <a:cs typeface="Economica"/>
                <a:sym typeface="Economica"/>
              </a:defRPr>
            </a:lvl8pPr>
            <a:lvl9pPr lvl="8" algn="r">
              <a:buNone/>
              <a:defRPr sz="1000">
                <a:solidFill>
                  <a:schemeClr val="dk1"/>
                </a:solidFill>
                <a:latin typeface="Economica"/>
                <a:ea typeface="Economica"/>
                <a:cs typeface="Economica"/>
                <a:sym typeface="Economica"/>
              </a:defRPr>
            </a:lvl9pPr>
          </a:lstStyle>
          <a:p>
            <a:pPr marL="0" lvl="0" indent="0" algn="r" rtl="0">
              <a:spcBef>
                <a:spcPts val="0"/>
              </a:spcBef>
              <a:spcAft>
                <a:spcPts val="0"/>
              </a:spcAft>
              <a:buNone/>
            </a:pPr>
            <a:fld id="{00000000-1234-1234-1234-123412341234}" type="slidenum">
              <a:rPr lang="uk"/>
              <a:t>‹#›</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sldNum="0" hdr="0" ftr="0" dt="0"/>
  <p:txStyles>
    <p:titleStyle>
      <a:defPPr marR="0" lvl="0" algn="l" rtl="0">
        <a:lnSpc>
          <a:spcPct val="100000"/>
        </a:lnSpc>
        <a:spcBef>
          <a:spcPts val="0"/>
        </a:spcBef>
        <a:spcAft>
          <a:spcPts val="0"/>
        </a:spcAft>
      </a:defPPr>
      <a:lvl1pPr marR="0" lvl="0"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 Id="rId5" Type="http://schemas.openxmlformats.org/officeDocument/2006/relationships/image" Target="../media/image3.png"/><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xml"/><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xml"/><Relationship Id="rId1" Type="http://schemas.openxmlformats.org/officeDocument/2006/relationships/slideLayout" Target="../slideLayouts/slideLayout3.xml"/><Relationship Id="rId4" Type="http://schemas.openxmlformats.org/officeDocument/2006/relationships/image" Target="../media/image4.png"/></Relationships>
</file>

<file path=ppt/slides/_rels/slide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7.xml"/><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8.xml"/><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9.xml"/><Relationship Id="rId1" Type="http://schemas.openxmlformats.org/officeDocument/2006/relationships/slideLayout" Target="../slideLayouts/slideLayout3.xml"/><Relationship Id="rId5" Type="http://schemas.openxmlformats.org/officeDocument/2006/relationships/image" Target="../media/image6.png"/><Relationship Id="rId4" Type="http://schemas.openxmlformats.org/officeDocument/2006/relationships/image" Target="../media/image5.png"/></Relationships>
</file>

<file path=ppt/slides/_rels/slide10.xml.rels><?xml version="1.0" encoding="UTF-8" standalone="yes"?>
<Relationships xmlns="http://schemas.openxmlformats.org/package/2006/relationships"><Relationship Id="rId3" Type="http://schemas.openxmlformats.org/officeDocument/2006/relationships/image" Target="../media/image1.png"/><Relationship Id="rId7" Type="http://schemas.openxmlformats.org/officeDocument/2006/relationships/image" Target="../media/image10.png"/><Relationship Id="rId2" Type="http://schemas.openxmlformats.org/officeDocument/2006/relationships/notesSlide" Target="../notesSlides/notesSlide10.xml"/><Relationship Id="rId1" Type="http://schemas.openxmlformats.org/officeDocument/2006/relationships/slideLayout" Target="../slideLayouts/slideLayout3.xml"/><Relationship Id="rId6" Type="http://schemas.openxmlformats.org/officeDocument/2006/relationships/image" Target="../media/image9.png"/><Relationship Id="rId5" Type="http://schemas.openxmlformats.org/officeDocument/2006/relationships/image" Target="../media/image8.png"/><Relationship Id="rId4" Type="http://schemas.openxmlformats.org/officeDocument/2006/relationships/image" Target="../media/image7.png"/></Relationships>
</file>

<file path=ppt/slides/_rels/slide1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1.xml"/><Relationship Id="rId1" Type="http://schemas.openxmlformats.org/officeDocument/2006/relationships/slideLayout" Target="../slideLayouts/slideLayout3.xml"/><Relationship Id="rId5" Type="http://schemas.openxmlformats.org/officeDocument/2006/relationships/image" Target="../media/image12.png"/><Relationship Id="rId4" Type="http://schemas.openxmlformats.org/officeDocument/2006/relationships/image" Target="../media/image11.png"/></Relationships>
</file>

<file path=ppt/slides/_rels/slide1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2.xml"/><Relationship Id="rId1" Type="http://schemas.openxmlformats.org/officeDocument/2006/relationships/slideLayout" Target="../slideLayouts/slideLayout3.xml"/><Relationship Id="rId5" Type="http://schemas.openxmlformats.org/officeDocument/2006/relationships/image" Target="../media/image14.png"/><Relationship Id="rId4" Type="http://schemas.openxmlformats.org/officeDocument/2006/relationships/image" Target="../media/image13.png"/></Relationships>
</file>

<file path=ppt/slides/_rels/slide1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3.xml"/><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61"/>
        <p:cNvGrpSpPr/>
        <p:nvPr/>
      </p:nvGrpSpPr>
      <p:grpSpPr>
        <a:xfrm>
          <a:off x="0" y="0"/>
          <a:ext cx="0" cy="0"/>
          <a:chOff x="0" y="0"/>
          <a:chExt cx="0" cy="0"/>
        </a:xfrm>
      </p:grpSpPr>
      <p:sp>
        <p:nvSpPr>
          <p:cNvPr id="62" name="Google Shape;62;p13"/>
          <p:cNvSpPr txBox="1">
            <a:spLocks noGrp="1"/>
          </p:cNvSpPr>
          <p:nvPr>
            <p:ph type="ctrTitle"/>
          </p:nvPr>
        </p:nvSpPr>
        <p:spPr>
          <a:xfrm>
            <a:off x="2801826" y="932129"/>
            <a:ext cx="3540348" cy="1605641"/>
          </a:xfrm>
          <a:prstGeom prst="rect">
            <a:avLst/>
          </a:prstGeom>
        </p:spPr>
        <p:txBody>
          <a:bodyPr spcFirstLastPara="1" wrap="square" lIns="91425" tIns="91425" rIns="91425" bIns="91425" anchor="b" anchorCtr="0">
            <a:noAutofit/>
          </a:bodyPr>
          <a:lstStyle/>
          <a:p>
            <a:r>
              <a:rPr lang="ru-RU" sz="1800" dirty="0" err="1">
                <a:latin typeface="Times New Roman" panose="02020603050405020304" pitchFamily="18" charset="0"/>
                <a:cs typeface="Times New Roman" panose="02020603050405020304" pitchFamily="18" charset="0"/>
              </a:rPr>
              <a:t>Ігрове</a:t>
            </a:r>
            <a:r>
              <a:rPr lang="ru-RU" sz="1800" dirty="0">
                <a:latin typeface="Times New Roman" panose="02020603050405020304" pitchFamily="18" charset="0"/>
                <a:cs typeface="Times New Roman" panose="02020603050405020304" pitchFamily="18" charset="0"/>
              </a:rPr>
              <a:t> </a:t>
            </a:r>
            <a:r>
              <a:rPr lang="ru-RU" sz="1800" dirty="0" err="1">
                <a:latin typeface="Times New Roman" panose="02020603050405020304" pitchFamily="18" charset="0"/>
                <a:cs typeface="Times New Roman" panose="02020603050405020304" pitchFamily="18" charset="0"/>
              </a:rPr>
              <a:t>програмне</a:t>
            </a:r>
            <a:r>
              <a:rPr lang="ru-RU" sz="1800" dirty="0">
                <a:latin typeface="Times New Roman" panose="02020603050405020304" pitchFamily="18" charset="0"/>
                <a:cs typeface="Times New Roman" panose="02020603050405020304" pitchFamily="18" charset="0"/>
              </a:rPr>
              <a:t> </a:t>
            </a:r>
            <a:r>
              <a:rPr lang="ru-RU" sz="1800" dirty="0" err="1">
                <a:latin typeface="Times New Roman" panose="02020603050405020304" pitchFamily="18" charset="0"/>
                <a:cs typeface="Times New Roman" panose="02020603050405020304" pitchFamily="18" charset="0"/>
              </a:rPr>
              <a:t>забезпечення</a:t>
            </a:r>
            <a:r>
              <a:rPr lang="ru-RU" sz="1800" dirty="0">
                <a:latin typeface="Times New Roman" panose="02020603050405020304" pitchFamily="18" charset="0"/>
                <a:cs typeface="Times New Roman" panose="02020603050405020304" pitchFamily="18" charset="0"/>
              </a:rPr>
              <a:t> в </a:t>
            </a:r>
            <a:r>
              <a:rPr lang="ru-RU" sz="1800" dirty="0" err="1">
                <a:latin typeface="Times New Roman" panose="02020603050405020304" pitchFamily="18" charset="0"/>
                <a:cs typeface="Times New Roman" panose="02020603050405020304" pitchFamily="18" charset="0"/>
              </a:rPr>
              <a:t>жанрі</a:t>
            </a:r>
            <a:r>
              <a:rPr lang="ru-RU" sz="1800" dirty="0">
                <a:latin typeface="Times New Roman" panose="02020603050405020304" pitchFamily="18" charset="0"/>
                <a:cs typeface="Times New Roman" panose="02020603050405020304" pitchFamily="18" charset="0"/>
              </a:rPr>
              <a:t> </a:t>
            </a:r>
            <a:r>
              <a:rPr lang="ru-RU" sz="1800" dirty="0" err="1">
                <a:latin typeface="Times New Roman" panose="02020603050405020304" pitchFamily="18" charset="0"/>
                <a:cs typeface="Times New Roman" panose="02020603050405020304" pitchFamily="18" charset="0"/>
              </a:rPr>
              <a:t>Survival</a:t>
            </a:r>
            <a:r>
              <a:rPr lang="ru-RU" sz="1800" dirty="0">
                <a:latin typeface="Times New Roman" panose="02020603050405020304" pitchFamily="18" charset="0"/>
                <a:cs typeface="Times New Roman" panose="02020603050405020304" pitchFamily="18" charset="0"/>
              </a:rPr>
              <a:t> на </a:t>
            </a:r>
            <a:r>
              <a:rPr lang="ru-RU" sz="1800" dirty="0" err="1">
                <a:latin typeface="Times New Roman" panose="02020603050405020304" pitchFamily="18" charset="0"/>
                <a:cs typeface="Times New Roman" panose="02020603050405020304" pitchFamily="18" charset="0"/>
              </a:rPr>
              <a:t>рушії</a:t>
            </a:r>
            <a:r>
              <a:rPr lang="ru-RU" sz="1800" dirty="0">
                <a:latin typeface="Times New Roman" panose="02020603050405020304" pitchFamily="18" charset="0"/>
                <a:cs typeface="Times New Roman" panose="02020603050405020304" pitchFamily="18" charset="0"/>
              </a:rPr>
              <a:t> </a:t>
            </a:r>
            <a:r>
              <a:rPr lang="ru-RU" sz="1800" dirty="0" err="1">
                <a:latin typeface="Times New Roman" panose="02020603050405020304" pitchFamily="18" charset="0"/>
                <a:cs typeface="Times New Roman" panose="02020603050405020304" pitchFamily="18" charset="0"/>
              </a:rPr>
              <a:t>Unreal</a:t>
            </a:r>
            <a:r>
              <a:rPr lang="ru-RU" sz="1800" dirty="0">
                <a:latin typeface="Times New Roman" panose="02020603050405020304" pitchFamily="18" charset="0"/>
                <a:cs typeface="Times New Roman" panose="02020603050405020304" pitchFamily="18" charset="0"/>
              </a:rPr>
              <a:t> Engine 5: </a:t>
            </a:r>
            <a:r>
              <a:rPr lang="ru-RU" sz="1800" u="sng" dirty="0" err="1">
                <a:latin typeface="Times New Roman" panose="02020603050405020304" pitchFamily="18" charset="0"/>
                <a:cs typeface="Times New Roman" panose="02020603050405020304" pitchFamily="18" charset="0"/>
              </a:rPr>
              <a:t>Ігрове</a:t>
            </a:r>
            <a:r>
              <a:rPr lang="ru-RU" sz="1800" u="sng" dirty="0">
                <a:latin typeface="Times New Roman" panose="02020603050405020304" pitchFamily="18" charset="0"/>
                <a:cs typeface="Times New Roman" panose="02020603050405020304" pitchFamily="18" charset="0"/>
              </a:rPr>
              <a:t> </a:t>
            </a:r>
            <a:r>
              <a:rPr lang="ru-RU" sz="1800" u="sng" dirty="0" err="1">
                <a:latin typeface="Times New Roman" panose="02020603050405020304" pitchFamily="18" charset="0"/>
                <a:cs typeface="Times New Roman" panose="02020603050405020304" pitchFamily="18" charset="0"/>
              </a:rPr>
              <a:t>програмне</a:t>
            </a:r>
            <a:r>
              <a:rPr lang="ru-RU" sz="1800" u="sng" dirty="0">
                <a:latin typeface="Times New Roman" panose="02020603050405020304" pitchFamily="18" charset="0"/>
                <a:cs typeface="Times New Roman" panose="02020603050405020304" pitchFamily="18" charset="0"/>
              </a:rPr>
              <a:t> </a:t>
            </a:r>
            <a:r>
              <a:rPr lang="ru-RU" sz="1800" u="sng" dirty="0" err="1">
                <a:latin typeface="Times New Roman" panose="02020603050405020304" pitchFamily="18" charset="0"/>
                <a:cs typeface="Times New Roman" panose="02020603050405020304" pitchFamily="18" charset="0"/>
              </a:rPr>
              <a:t>забезпечення</a:t>
            </a:r>
            <a:r>
              <a:rPr lang="ru-RU" sz="1800" u="sng" dirty="0">
                <a:latin typeface="Times New Roman" panose="02020603050405020304" pitchFamily="18" charset="0"/>
                <a:cs typeface="Times New Roman" panose="02020603050405020304" pitchFamily="18" charset="0"/>
              </a:rPr>
              <a:t> в </a:t>
            </a:r>
            <a:r>
              <a:rPr lang="ru-RU" sz="1800" u="sng" dirty="0" err="1">
                <a:latin typeface="Times New Roman" panose="02020603050405020304" pitchFamily="18" charset="0"/>
                <a:cs typeface="Times New Roman" panose="02020603050405020304" pitchFamily="18" charset="0"/>
              </a:rPr>
              <a:t>жанрі</a:t>
            </a:r>
            <a:r>
              <a:rPr lang="ru-RU" sz="1800" u="sng" dirty="0">
                <a:latin typeface="Times New Roman" panose="02020603050405020304" pitchFamily="18" charset="0"/>
                <a:cs typeface="Times New Roman" panose="02020603050405020304" pitchFamily="18" charset="0"/>
              </a:rPr>
              <a:t> </a:t>
            </a:r>
            <a:r>
              <a:rPr lang="ru-RU" sz="1800" u="sng" dirty="0" err="1">
                <a:latin typeface="Times New Roman" panose="02020603050405020304" pitchFamily="18" charset="0"/>
                <a:cs typeface="Times New Roman" panose="02020603050405020304" pitchFamily="18" charset="0"/>
              </a:rPr>
              <a:t>Survival</a:t>
            </a:r>
            <a:r>
              <a:rPr lang="ru-RU" sz="1800" u="sng" dirty="0">
                <a:latin typeface="Times New Roman" panose="02020603050405020304" pitchFamily="18" charset="0"/>
                <a:cs typeface="Times New Roman" panose="02020603050405020304" pitchFamily="18" charset="0"/>
              </a:rPr>
              <a:t> на </a:t>
            </a:r>
            <a:r>
              <a:rPr lang="ru-RU" sz="1800" u="sng" dirty="0" err="1">
                <a:latin typeface="Times New Roman" panose="02020603050405020304" pitchFamily="18" charset="0"/>
                <a:cs typeface="Times New Roman" panose="02020603050405020304" pitchFamily="18" charset="0"/>
              </a:rPr>
              <a:t>рушії</a:t>
            </a:r>
            <a:r>
              <a:rPr lang="ru-RU" sz="1800" u="sng" dirty="0">
                <a:latin typeface="Times New Roman" panose="02020603050405020304" pitchFamily="18" charset="0"/>
                <a:cs typeface="Times New Roman" panose="02020603050405020304" pitchFamily="18" charset="0"/>
              </a:rPr>
              <a:t> </a:t>
            </a:r>
            <a:r>
              <a:rPr lang="ru-RU" sz="1800" u="sng" dirty="0" err="1">
                <a:latin typeface="Times New Roman" panose="02020603050405020304" pitchFamily="18" charset="0"/>
                <a:cs typeface="Times New Roman" panose="02020603050405020304" pitchFamily="18" charset="0"/>
              </a:rPr>
              <a:t>Unreal</a:t>
            </a:r>
            <a:r>
              <a:rPr lang="ru-RU" sz="1800" u="sng" dirty="0">
                <a:latin typeface="Times New Roman" panose="02020603050405020304" pitchFamily="18" charset="0"/>
                <a:cs typeface="Times New Roman" panose="02020603050405020304" pitchFamily="18" charset="0"/>
              </a:rPr>
              <a:t> Engine 5: </a:t>
            </a:r>
            <a:r>
              <a:rPr lang="ru-RU" sz="1800" u="sng" dirty="0" err="1">
                <a:latin typeface="Times New Roman" panose="02020603050405020304" pitchFamily="18" charset="0"/>
                <a:cs typeface="Times New Roman" panose="02020603050405020304" pitchFamily="18" charset="0"/>
              </a:rPr>
              <a:t>Системи</a:t>
            </a:r>
            <a:r>
              <a:rPr lang="ru-RU" sz="1800" u="sng" dirty="0">
                <a:latin typeface="Times New Roman" panose="02020603050405020304" pitchFamily="18" charset="0"/>
                <a:cs typeface="Times New Roman" panose="02020603050405020304" pitchFamily="18" charset="0"/>
              </a:rPr>
              <a:t> </a:t>
            </a:r>
            <a:r>
              <a:rPr lang="ru-RU" sz="1800" u="sng" dirty="0" err="1">
                <a:latin typeface="Times New Roman" panose="02020603050405020304" pitchFamily="18" charset="0"/>
                <a:cs typeface="Times New Roman" panose="02020603050405020304" pitchFamily="18" charset="0"/>
              </a:rPr>
              <a:t>генерації</a:t>
            </a:r>
            <a:r>
              <a:rPr lang="ru-RU" sz="1800" u="sng" dirty="0">
                <a:latin typeface="Times New Roman" panose="02020603050405020304" pitchFamily="18" charset="0"/>
                <a:cs typeface="Times New Roman" panose="02020603050405020304" pitchFamily="18" charset="0"/>
              </a:rPr>
              <a:t> та </a:t>
            </a:r>
            <a:r>
              <a:rPr lang="ru-RU" sz="1800" u="sng" dirty="0" err="1">
                <a:latin typeface="Times New Roman" panose="02020603050405020304" pitchFamily="18" charset="0"/>
                <a:cs typeface="Times New Roman" panose="02020603050405020304" pitchFamily="18" charset="0"/>
              </a:rPr>
              <a:t>побудови</a:t>
            </a:r>
            <a:r>
              <a:rPr lang="ru-RU" sz="1800" u="sng" dirty="0">
                <a:latin typeface="Times New Roman" panose="02020603050405020304" pitchFamily="18" charset="0"/>
                <a:cs typeface="Times New Roman" panose="02020603050405020304" pitchFamily="18" charset="0"/>
              </a:rPr>
              <a:t> </a:t>
            </a:r>
            <a:r>
              <a:rPr lang="ru-RU" sz="1800" u="sng" dirty="0" err="1">
                <a:latin typeface="Times New Roman" panose="02020603050405020304" pitchFamily="18" charset="0"/>
                <a:cs typeface="Times New Roman" panose="02020603050405020304" pitchFamily="18" charset="0"/>
              </a:rPr>
              <a:t>світу</a:t>
            </a:r>
            <a:endParaRPr lang="uk-UA" sz="1800" dirty="0">
              <a:latin typeface="Times New Roman" panose="02020603050405020304" pitchFamily="18" charset="0"/>
              <a:cs typeface="Times New Roman" panose="02020603050405020304" pitchFamily="18" charset="0"/>
            </a:endParaRPr>
          </a:p>
        </p:txBody>
      </p:sp>
      <p:sp>
        <p:nvSpPr>
          <p:cNvPr id="63" name="Google Shape;63;p13"/>
          <p:cNvSpPr txBox="1">
            <a:spLocks noGrp="1"/>
          </p:cNvSpPr>
          <p:nvPr>
            <p:ph type="subTitle" idx="1"/>
          </p:nvPr>
        </p:nvSpPr>
        <p:spPr>
          <a:xfrm>
            <a:off x="1563240" y="3593150"/>
            <a:ext cx="5087400" cy="1532700"/>
          </a:xfrm>
          <a:prstGeom prst="rect">
            <a:avLst/>
          </a:prstGeom>
        </p:spPr>
        <p:txBody>
          <a:bodyPr spcFirstLastPara="1" wrap="square" lIns="91425" tIns="91425" rIns="91425" bIns="91425" anchor="t" anchorCtr="0">
            <a:normAutofit fontScale="77500" lnSpcReduction="20000"/>
          </a:bodyPr>
          <a:lstStyle/>
          <a:p>
            <a:pPr marL="0" lvl="0" indent="0" rtl="0">
              <a:spcBef>
                <a:spcPts val="0"/>
              </a:spcBef>
              <a:spcAft>
                <a:spcPts val="0"/>
              </a:spcAft>
              <a:buNone/>
            </a:pPr>
            <a:endParaRPr lang="uk-UA" dirty="0">
              <a:latin typeface="Times New Roman" panose="02020603050405020304" pitchFamily="18" charset="0"/>
              <a:cs typeface="Times New Roman" panose="02020603050405020304" pitchFamily="18" charset="0"/>
            </a:endParaRPr>
          </a:p>
          <a:p>
            <a:pPr marL="0" lvl="0" indent="0"/>
            <a:r>
              <a:rPr lang="uk-UA" dirty="0" err="1">
                <a:latin typeface="Times New Roman" panose="02020603050405020304" pitchFamily="18" charset="0"/>
                <a:cs typeface="Times New Roman" panose="02020603050405020304" pitchFamily="18" charset="0"/>
              </a:rPr>
              <a:t>Панковський</a:t>
            </a:r>
            <a:r>
              <a:rPr lang="uk-UA" dirty="0">
                <a:latin typeface="Times New Roman" panose="02020603050405020304" pitchFamily="18" charset="0"/>
                <a:cs typeface="Times New Roman" panose="02020603050405020304" pitchFamily="18" charset="0"/>
              </a:rPr>
              <a:t> Тимофій Олександрович</a:t>
            </a:r>
            <a:r>
              <a:rPr lang="en-US" dirty="0">
                <a:latin typeface="Times New Roman" panose="02020603050405020304" pitchFamily="18" charset="0"/>
                <a:cs typeface="Times New Roman" panose="02020603050405020304" pitchFamily="18" charset="0"/>
              </a:rPr>
              <a:t> </a:t>
            </a:r>
            <a:r>
              <a:rPr lang="uk-UA" dirty="0">
                <a:latin typeface="Times New Roman" panose="02020603050405020304" pitchFamily="18" charset="0"/>
                <a:cs typeface="Times New Roman" panose="02020603050405020304" pitchFamily="18" charset="0"/>
              </a:rPr>
              <a:t>ПЗПІ-23-10</a:t>
            </a:r>
          </a:p>
          <a:p>
            <a:pPr marL="0" lvl="0" indent="0" rtl="0">
              <a:spcBef>
                <a:spcPts val="0"/>
              </a:spcBef>
              <a:spcAft>
                <a:spcPts val="0"/>
              </a:spcAft>
              <a:buNone/>
            </a:pPr>
            <a:r>
              <a:rPr lang="uk-UA" dirty="0">
                <a:latin typeface="Times New Roman" panose="02020603050405020304" pitchFamily="18" charset="0"/>
                <a:cs typeface="Times New Roman" panose="02020603050405020304" pitchFamily="18" charset="0"/>
              </a:rPr>
              <a:t>Керівник: ст. </a:t>
            </a:r>
            <a:r>
              <a:rPr lang="uk-UA" dirty="0" err="1">
                <a:latin typeface="Times New Roman" panose="02020603050405020304" pitchFamily="18" charset="0"/>
                <a:cs typeface="Times New Roman" panose="02020603050405020304" pitchFamily="18" charset="0"/>
              </a:rPr>
              <a:t>викл</a:t>
            </a:r>
            <a:r>
              <a:rPr lang="uk-UA" dirty="0">
                <a:latin typeface="Times New Roman" panose="02020603050405020304" pitchFamily="18" charset="0"/>
                <a:cs typeface="Times New Roman" panose="02020603050405020304" pitchFamily="18" charset="0"/>
              </a:rPr>
              <a:t>. кафедри ПІ Юрій Новіков</a:t>
            </a:r>
            <a:endParaRPr dirty="0">
              <a:latin typeface="Times New Roman" panose="02020603050405020304" pitchFamily="18" charset="0"/>
              <a:cs typeface="Times New Roman" panose="02020603050405020304" pitchFamily="18" charset="0"/>
            </a:endParaRPr>
          </a:p>
          <a:p>
            <a:pPr marL="0" lvl="0" indent="0" algn="ctr" rtl="0">
              <a:spcBef>
                <a:spcPts val="0"/>
              </a:spcBef>
              <a:spcAft>
                <a:spcPts val="0"/>
              </a:spcAft>
              <a:buNone/>
            </a:pPr>
            <a:endParaRPr lang="en-US" dirty="0"/>
          </a:p>
          <a:p>
            <a:pPr marL="0" lvl="0" indent="0" algn="ctr" rtl="0">
              <a:spcBef>
                <a:spcPts val="0"/>
              </a:spcBef>
              <a:spcAft>
                <a:spcPts val="0"/>
              </a:spcAft>
              <a:buNone/>
            </a:pPr>
            <a:endParaRPr dirty="0"/>
          </a:p>
          <a:p>
            <a:pPr marL="0" lvl="0" indent="0" algn="ctr" rtl="0">
              <a:spcBef>
                <a:spcPts val="0"/>
              </a:spcBef>
              <a:spcAft>
                <a:spcPts val="0"/>
              </a:spcAft>
              <a:buNone/>
            </a:pPr>
            <a:r>
              <a:rPr lang="en-US" dirty="0">
                <a:latin typeface="Times New Roman" panose="02020603050405020304" pitchFamily="18" charset="0"/>
                <a:cs typeface="Times New Roman" panose="02020603050405020304" pitchFamily="18" charset="0"/>
              </a:rPr>
              <a:t>08</a:t>
            </a:r>
            <a:r>
              <a:rPr lang="uk" dirty="0">
                <a:latin typeface="Times New Roman" panose="02020603050405020304" pitchFamily="18" charset="0"/>
                <a:cs typeface="Times New Roman" panose="02020603050405020304" pitchFamily="18" charset="0"/>
              </a:rPr>
              <a:t> червня 2025</a:t>
            </a:r>
            <a:endParaRPr dirty="0">
              <a:latin typeface="Times New Roman" panose="02020603050405020304" pitchFamily="18" charset="0"/>
              <a:cs typeface="Times New Roman" panose="02020603050405020304" pitchFamily="18" charset="0"/>
            </a:endParaRPr>
          </a:p>
        </p:txBody>
      </p:sp>
      <p:pic>
        <p:nvPicPr>
          <p:cNvPr id="64" name="Google Shape;64;p13"/>
          <p:cNvPicPr preferRelativeResize="0"/>
          <p:nvPr/>
        </p:nvPicPr>
        <p:blipFill>
          <a:blip r:embed="rId3">
            <a:alphaModFix/>
          </a:blip>
          <a:stretch>
            <a:fillRect/>
          </a:stretch>
        </p:blipFill>
        <p:spPr>
          <a:xfrm>
            <a:off x="268925" y="4359500"/>
            <a:ext cx="862250" cy="581750"/>
          </a:xfrm>
          <a:prstGeom prst="rect">
            <a:avLst/>
          </a:prstGeom>
          <a:noFill/>
          <a:ln>
            <a:noFill/>
          </a:ln>
        </p:spPr>
      </p:pic>
      <p:pic>
        <p:nvPicPr>
          <p:cNvPr id="65" name="Google Shape;65;p13"/>
          <p:cNvPicPr preferRelativeResize="0"/>
          <p:nvPr/>
        </p:nvPicPr>
        <p:blipFill>
          <a:blip r:embed="rId4">
            <a:alphaModFix/>
          </a:blip>
          <a:stretch>
            <a:fillRect/>
          </a:stretch>
        </p:blipFill>
        <p:spPr>
          <a:xfrm>
            <a:off x="204725" y="170825"/>
            <a:ext cx="2133975" cy="389775"/>
          </a:xfrm>
          <a:prstGeom prst="rect">
            <a:avLst/>
          </a:prstGeom>
          <a:noFill/>
          <a:ln>
            <a:noFill/>
          </a:ln>
        </p:spPr>
      </p:pic>
      <p:pic>
        <p:nvPicPr>
          <p:cNvPr id="66" name="Google Shape;66;p13"/>
          <p:cNvPicPr preferRelativeResize="0"/>
          <p:nvPr/>
        </p:nvPicPr>
        <p:blipFill>
          <a:blip r:embed="rId5">
            <a:alphaModFix/>
          </a:blip>
          <a:stretch>
            <a:fillRect/>
          </a:stretch>
        </p:blipFill>
        <p:spPr>
          <a:xfrm>
            <a:off x="7068504" y="170825"/>
            <a:ext cx="1924921" cy="439175"/>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70"/>
        <p:cNvGrpSpPr/>
        <p:nvPr/>
      </p:nvGrpSpPr>
      <p:grpSpPr>
        <a:xfrm>
          <a:off x="0" y="0"/>
          <a:ext cx="0" cy="0"/>
          <a:chOff x="0" y="0"/>
          <a:chExt cx="0" cy="0"/>
        </a:xfrm>
      </p:grpSpPr>
      <p:sp>
        <p:nvSpPr>
          <p:cNvPr id="71" name="Google Shape;71;p14"/>
          <p:cNvSpPr txBox="1">
            <a:spLocks noGrp="1"/>
          </p:cNvSpPr>
          <p:nvPr>
            <p:ph type="title"/>
          </p:nvPr>
        </p:nvSpPr>
        <p:spPr>
          <a:xfrm>
            <a:off x="311700" y="0"/>
            <a:ext cx="8520600" cy="831300"/>
          </a:xfrm>
          <a:prstGeom prst="rect">
            <a:avLst/>
          </a:prstGeom>
        </p:spPr>
        <p:txBody>
          <a:bodyPr spcFirstLastPara="1" wrap="square" lIns="91425" tIns="91425" rIns="91425" bIns="91425" anchor="b" anchorCtr="0">
            <a:normAutofit/>
          </a:bodyPr>
          <a:lstStyle/>
          <a:p>
            <a:pPr marL="0" lvl="0" indent="0" algn="l" rtl="0">
              <a:spcBef>
                <a:spcPts val="0"/>
              </a:spcBef>
              <a:spcAft>
                <a:spcPts val="0"/>
              </a:spcAft>
              <a:buNone/>
            </a:pPr>
            <a:r>
              <a:rPr lang="uk" sz="3200" dirty="0"/>
              <a:t>Мета роботи</a:t>
            </a:r>
            <a:endParaRPr sz="3200" dirty="0"/>
          </a:p>
        </p:txBody>
      </p:sp>
      <p:sp>
        <p:nvSpPr>
          <p:cNvPr id="72" name="Google Shape;72;p14"/>
          <p:cNvSpPr txBox="1">
            <a:spLocks noGrp="1"/>
          </p:cNvSpPr>
          <p:nvPr>
            <p:ph type="body" idx="1"/>
          </p:nvPr>
        </p:nvSpPr>
        <p:spPr>
          <a:xfrm>
            <a:off x="311700" y="763146"/>
            <a:ext cx="8520600" cy="3685450"/>
          </a:xfrm>
          <a:prstGeom prst="rect">
            <a:avLst/>
          </a:prstGeom>
        </p:spPr>
        <p:txBody>
          <a:bodyPr spcFirstLastPara="1" wrap="square" lIns="91425" tIns="91425" rIns="91425" bIns="91425" anchor="t" anchorCtr="0">
            <a:normAutofit/>
          </a:bodyPr>
          <a:lstStyle/>
          <a:p>
            <a:pPr marL="0" lvl="0" indent="0">
              <a:spcBef>
                <a:spcPts val="1200"/>
              </a:spcBef>
              <a:buNone/>
            </a:pPr>
            <a:r>
              <a:rPr lang="uk-UA" sz="1600" dirty="0"/>
              <a:t>Актуальність дослідження зумовлена зростанням попиту на масштабні ігрові світи у жанрі </a:t>
            </a:r>
            <a:r>
              <a:rPr lang="en-US" sz="1600" dirty="0"/>
              <a:t>Survival, </a:t>
            </a:r>
            <a:r>
              <a:rPr lang="uk-UA" sz="1600" dirty="0"/>
              <a:t>де ручне створення контенту є </a:t>
            </a:r>
            <a:r>
              <a:rPr lang="uk-UA" sz="1600" dirty="0" err="1"/>
              <a:t>ресурсоємним</a:t>
            </a:r>
            <a:r>
              <a:rPr lang="uk-UA" sz="1600" dirty="0"/>
              <a:t> і обмеженим. Використання процедурної генерації дозволяє автоматично формувати великі та різноманітні ігрові локації, підвищуючи </a:t>
            </a:r>
            <a:r>
              <a:rPr lang="uk-UA" sz="1600" dirty="0" err="1"/>
              <a:t>реіграбельність</a:t>
            </a:r>
            <a:r>
              <a:rPr lang="uk-UA" sz="1600" dirty="0"/>
              <a:t>, зменшуючи витрати на розробку та покращуючи оптимізацію ігрового процесу в </a:t>
            </a:r>
            <a:r>
              <a:rPr lang="en-US" sz="1600" dirty="0"/>
              <a:t>Unreal Engine 5.</a:t>
            </a:r>
            <a:endParaRPr lang="ru-RU" sz="1600" dirty="0"/>
          </a:p>
          <a:p>
            <a:pPr marL="0" lvl="0" indent="0">
              <a:spcBef>
                <a:spcPts val="1200"/>
              </a:spcBef>
              <a:buNone/>
            </a:pPr>
            <a:r>
              <a:rPr lang="uk-UA" sz="1600" dirty="0"/>
              <a:t>Метою роботи є розробка системи процедурної генерації ігрового світу в </a:t>
            </a:r>
            <a:r>
              <a:rPr lang="en-US" sz="1600" dirty="0"/>
              <a:t>Survival-</a:t>
            </a:r>
            <a:r>
              <a:rPr lang="uk-UA" sz="1600" dirty="0"/>
              <a:t>грі, яка забезпечує автоматичне створення ландшафтів і блокових структур, а також ефективну організацію і оптимізацію ігрового середовища для стабільної роботи на великих територіях.</a:t>
            </a:r>
            <a:endParaRPr lang="ru-RU" sz="1600" dirty="0">
              <a:latin typeface="Economica" panose="020B0604020202020204" charset="0"/>
            </a:endParaRPr>
          </a:p>
          <a:p>
            <a:pPr marL="0" lvl="0" indent="0">
              <a:spcBef>
                <a:spcPts val="1200"/>
              </a:spcBef>
              <a:buNone/>
            </a:pPr>
            <a:endParaRPr lang="uk-UA" sz="1600" dirty="0">
              <a:latin typeface="Economica" panose="020B0604020202020204" charset="0"/>
            </a:endParaRPr>
          </a:p>
        </p:txBody>
      </p:sp>
      <p:pic>
        <p:nvPicPr>
          <p:cNvPr id="73" name="Google Shape;73;p14"/>
          <p:cNvPicPr preferRelativeResize="0"/>
          <p:nvPr/>
        </p:nvPicPr>
        <p:blipFill>
          <a:blip r:embed="rId3">
            <a:alphaModFix/>
          </a:blip>
          <a:stretch>
            <a:fillRect/>
          </a:stretch>
        </p:blipFill>
        <p:spPr>
          <a:xfrm>
            <a:off x="268925" y="4359500"/>
            <a:ext cx="862250" cy="581750"/>
          </a:xfrm>
          <a:prstGeom prst="rect">
            <a:avLst/>
          </a:prstGeom>
          <a:noFill/>
          <a:ln>
            <a:noFill/>
          </a:ln>
        </p:spPr>
      </p:pic>
      <p:sp>
        <p:nvSpPr>
          <p:cNvPr id="2" name="TextBox 1">
            <a:extLst>
              <a:ext uri="{FF2B5EF4-FFF2-40B4-BE49-F238E27FC236}">
                <a16:creationId xmlns:a16="http://schemas.microsoft.com/office/drawing/2014/main" id="{893E68CA-DEF7-D32D-BFB6-7B402335F4C7}"/>
              </a:ext>
            </a:extLst>
          </p:cNvPr>
          <p:cNvSpPr txBox="1"/>
          <p:nvPr/>
        </p:nvSpPr>
        <p:spPr>
          <a:xfrm>
            <a:off x="8778240" y="4606349"/>
            <a:ext cx="284052" cy="307777"/>
          </a:xfrm>
          <a:prstGeom prst="rect">
            <a:avLst/>
          </a:prstGeom>
          <a:noFill/>
        </p:spPr>
        <p:txBody>
          <a:bodyPr wrap="none" rtlCol="0">
            <a:spAutoFit/>
          </a:bodyPr>
          <a:lstStyle/>
          <a:p>
            <a:fld id="{A35EEF41-5B9E-4186-8855-3C8162DCC2D6}" type="slidenum">
              <a:rPr lang="uk-UA" smtClean="0"/>
              <a:t>2</a:t>
            </a:fld>
            <a:endParaRPr lang="uk-UA"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77"/>
        <p:cNvGrpSpPr/>
        <p:nvPr/>
      </p:nvGrpSpPr>
      <p:grpSpPr>
        <a:xfrm>
          <a:off x="0" y="0"/>
          <a:ext cx="0" cy="0"/>
          <a:chOff x="0" y="0"/>
          <a:chExt cx="0" cy="0"/>
        </a:xfrm>
      </p:grpSpPr>
      <p:sp>
        <p:nvSpPr>
          <p:cNvPr id="78" name="Google Shape;78;p15"/>
          <p:cNvSpPr txBox="1">
            <a:spLocks noGrp="1"/>
          </p:cNvSpPr>
          <p:nvPr>
            <p:ph type="title"/>
          </p:nvPr>
        </p:nvSpPr>
        <p:spPr>
          <a:xfrm>
            <a:off x="311700" y="-124863"/>
            <a:ext cx="8520600" cy="831300"/>
          </a:xfrm>
          <a:prstGeom prst="rect">
            <a:avLst/>
          </a:prstGeom>
        </p:spPr>
        <p:txBody>
          <a:bodyPr spcFirstLastPara="1" wrap="square" lIns="91425" tIns="91425" rIns="91425" bIns="91425" anchor="b" anchorCtr="0">
            <a:normAutofit/>
          </a:bodyPr>
          <a:lstStyle/>
          <a:p>
            <a:pPr marL="0" lvl="0" indent="0" algn="l" rtl="0">
              <a:spcBef>
                <a:spcPts val="0"/>
              </a:spcBef>
              <a:spcAft>
                <a:spcPts val="0"/>
              </a:spcAft>
              <a:buNone/>
            </a:pPr>
            <a:r>
              <a:rPr lang="uk" sz="3200" dirty="0"/>
              <a:t>Аналіз проблеми (аналіз існуючих рішень) </a:t>
            </a:r>
            <a:endParaRPr sz="3200" dirty="0"/>
          </a:p>
        </p:txBody>
      </p:sp>
      <p:pic>
        <p:nvPicPr>
          <p:cNvPr id="80" name="Google Shape;80;p15"/>
          <p:cNvPicPr preferRelativeResize="0"/>
          <p:nvPr/>
        </p:nvPicPr>
        <p:blipFill>
          <a:blip r:embed="rId3">
            <a:alphaModFix/>
          </a:blip>
          <a:stretch>
            <a:fillRect/>
          </a:stretch>
        </p:blipFill>
        <p:spPr>
          <a:xfrm>
            <a:off x="268925" y="4359500"/>
            <a:ext cx="862250" cy="581750"/>
          </a:xfrm>
          <a:prstGeom prst="rect">
            <a:avLst/>
          </a:prstGeom>
          <a:noFill/>
          <a:ln>
            <a:noFill/>
          </a:ln>
        </p:spPr>
      </p:pic>
      <p:sp>
        <p:nvSpPr>
          <p:cNvPr id="2" name="TextBox 1">
            <a:extLst>
              <a:ext uri="{FF2B5EF4-FFF2-40B4-BE49-F238E27FC236}">
                <a16:creationId xmlns:a16="http://schemas.microsoft.com/office/drawing/2014/main" id="{6B62475D-5E0B-A5AC-3922-2970FC56A64D}"/>
              </a:ext>
            </a:extLst>
          </p:cNvPr>
          <p:cNvSpPr txBox="1"/>
          <p:nvPr/>
        </p:nvSpPr>
        <p:spPr>
          <a:xfrm>
            <a:off x="8778240" y="4606349"/>
            <a:ext cx="284052" cy="307777"/>
          </a:xfrm>
          <a:prstGeom prst="rect">
            <a:avLst/>
          </a:prstGeom>
          <a:noFill/>
        </p:spPr>
        <p:txBody>
          <a:bodyPr wrap="none" rtlCol="0">
            <a:spAutoFit/>
          </a:bodyPr>
          <a:lstStyle/>
          <a:p>
            <a:fld id="{A35EEF41-5B9E-4186-8855-3C8162DCC2D6}" type="slidenum">
              <a:rPr lang="uk-UA" smtClean="0"/>
              <a:t>3</a:t>
            </a:fld>
            <a:endParaRPr lang="uk-UA" dirty="0"/>
          </a:p>
        </p:txBody>
      </p:sp>
      <p:graphicFrame>
        <p:nvGraphicFramePr>
          <p:cNvPr id="4" name="Таблиця 3">
            <a:extLst>
              <a:ext uri="{FF2B5EF4-FFF2-40B4-BE49-F238E27FC236}">
                <a16:creationId xmlns:a16="http://schemas.microsoft.com/office/drawing/2014/main" id="{02BE5F17-1801-D582-7D61-46632FE1AF8D}"/>
              </a:ext>
            </a:extLst>
          </p:cNvPr>
          <p:cNvGraphicFramePr>
            <a:graphicFrameLocks noGrp="1"/>
          </p:cNvGraphicFramePr>
          <p:nvPr>
            <p:extLst>
              <p:ext uri="{D42A27DB-BD31-4B8C-83A1-F6EECF244321}">
                <p14:modId xmlns:p14="http://schemas.microsoft.com/office/powerpoint/2010/main" val="372649301"/>
              </p:ext>
            </p:extLst>
          </p:nvPr>
        </p:nvGraphicFramePr>
        <p:xfrm>
          <a:off x="1274178" y="742950"/>
          <a:ext cx="6706516" cy="3657600"/>
        </p:xfrm>
        <a:graphic>
          <a:graphicData uri="http://schemas.openxmlformats.org/drawingml/2006/table">
            <a:tbl>
              <a:tblPr firstRow="1" bandRow="1">
                <a:tableStyleId>{5940675A-B579-460E-94D1-54222C63F5DA}</a:tableStyleId>
              </a:tblPr>
              <a:tblGrid>
                <a:gridCol w="1152764">
                  <a:extLst>
                    <a:ext uri="{9D8B030D-6E8A-4147-A177-3AD203B41FA5}">
                      <a16:colId xmlns:a16="http://schemas.microsoft.com/office/drawing/2014/main" val="1004767098"/>
                    </a:ext>
                  </a:extLst>
                </a:gridCol>
                <a:gridCol w="1753173">
                  <a:extLst>
                    <a:ext uri="{9D8B030D-6E8A-4147-A177-3AD203B41FA5}">
                      <a16:colId xmlns:a16="http://schemas.microsoft.com/office/drawing/2014/main" val="368507855"/>
                    </a:ext>
                  </a:extLst>
                </a:gridCol>
                <a:gridCol w="1835675">
                  <a:extLst>
                    <a:ext uri="{9D8B030D-6E8A-4147-A177-3AD203B41FA5}">
                      <a16:colId xmlns:a16="http://schemas.microsoft.com/office/drawing/2014/main" val="407981111"/>
                    </a:ext>
                  </a:extLst>
                </a:gridCol>
                <a:gridCol w="1964904">
                  <a:extLst>
                    <a:ext uri="{9D8B030D-6E8A-4147-A177-3AD203B41FA5}">
                      <a16:colId xmlns:a16="http://schemas.microsoft.com/office/drawing/2014/main" val="531098216"/>
                    </a:ext>
                  </a:extLst>
                </a:gridCol>
              </a:tblGrid>
              <a:tr h="370840">
                <a:tc>
                  <a:txBody>
                    <a:bodyPr/>
                    <a:lstStyle/>
                    <a:p>
                      <a:pPr>
                        <a:buNone/>
                      </a:pPr>
                      <a:r>
                        <a:rPr lang="uk-UA" sz="1200" dirty="0"/>
                        <a:t>Ігровий проєкт</a:t>
                      </a:r>
                    </a:p>
                  </a:txBody>
                  <a:tcPr anchor="ctr"/>
                </a:tc>
                <a:tc>
                  <a:txBody>
                    <a:bodyPr/>
                    <a:lstStyle/>
                    <a:p>
                      <a:pPr>
                        <a:buNone/>
                      </a:pPr>
                      <a:r>
                        <a:rPr lang="uk-UA" sz="1200"/>
                        <a:t>Тип процедурної генерації</a:t>
                      </a:r>
                    </a:p>
                  </a:txBody>
                  <a:tcPr anchor="ctr"/>
                </a:tc>
                <a:tc>
                  <a:txBody>
                    <a:bodyPr/>
                    <a:lstStyle/>
                    <a:p>
                      <a:pPr>
                        <a:buNone/>
                      </a:pPr>
                      <a:r>
                        <a:rPr lang="uk-UA" sz="1200"/>
                        <a:t>Основні переваги</a:t>
                      </a:r>
                    </a:p>
                  </a:txBody>
                  <a:tcPr anchor="ctr"/>
                </a:tc>
                <a:tc>
                  <a:txBody>
                    <a:bodyPr/>
                    <a:lstStyle/>
                    <a:p>
                      <a:pPr>
                        <a:buNone/>
                      </a:pPr>
                      <a:r>
                        <a:rPr lang="uk-UA" sz="1200"/>
                        <a:t>Виявлені прогалини</a:t>
                      </a:r>
                    </a:p>
                  </a:txBody>
                  <a:tcPr anchor="ctr"/>
                </a:tc>
                <a:extLst>
                  <a:ext uri="{0D108BD9-81ED-4DB2-BD59-A6C34878D82A}">
                    <a16:rowId xmlns:a16="http://schemas.microsoft.com/office/drawing/2014/main" val="3713918597"/>
                  </a:ext>
                </a:extLst>
              </a:tr>
              <a:tr h="370840">
                <a:tc>
                  <a:txBody>
                    <a:bodyPr/>
                    <a:lstStyle/>
                    <a:p>
                      <a:pPr>
                        <a:buNone/>
                      </a:pPr>
                      <a:r>
                        <a:rPr lang="en-US" sz="1200" b="1"/>
                        <a:t>Minecraft</a:t>
                      </a:r>
                      <a:endParaRPr lang="en-US" sz="1200"/>
                    </a:p>
                  </a:txBody>
                  <a:tcPr anchor="ctr"/>
                </a:tc>
                <a:tc>
                  <a:txBody>
                    <a:bodyPr/>
                    <a:lstStyle/>
                    <a:p>
                      <a:pPr>
                        <a:buNone/>
                      </a:pPr>
                      <a:r>
                        <a:rPr lang="uk-UA" sz="1200"/>
                        <a:t>Блокова, </a:t>
                      </a:r>
                      <a:r>
                        <a:rPr lang="en-US" sz="1200"/>
                        <a:t>seed-</a:t>
                      </a:r>
                      <a:r>
                        <a:rPr lang="uk-UA" sz="1200"/>
                        <a:t>генерація світу</a:t>
                      </a:r>
                    </a:p>
                  </a:txBody>
                  <a:tcPr anchor="ctr"/>
                </a:tc>
                <a:tc>
                  <a:txBody>
                    <a:bodyPr/>
                    <a:lstStyle/>
                    <a:p>
                      <a:pPr>
                        <a:buNone/>
                      </a:pPr>
                      <a:r>
                        <a:rPr lang="ru-RU" sz="1200"/>
                        <a:t>Висока реіграбельність, повністю процедурний світ, різноманітні біоми та структури</a:t>
                      </a:r>
                    </a:p>
                  </a:txBody>
                  <a:tcPr anchor="ctr"/>
                </a:tc>
                <a:tc>
                  <a:txBody>
                    <a:bodyPr/>
                    <a:lstStyle/>
                    <a:p>
                      <a:pPr>
                        <a:buNone/>
                      </a:pPr>
                      <a:r>
                        <a:rPr lang="uk-UA" sz="1200"/>
                        <a:t>Нерівномірність ландшафту, обмежена деталізація переходів між біомами, повторюваність патернів</a:t>
                      </a:r>
                    </a:p>
                  </a:txBody>
                  <a:tcPr anchor="ctr"/>
                </a:tc>
                <a:extLst>
                  <a:ext uri="{0D108BD9-81ED-4DB2-BD59-A6C34878D82A}">
                    <a16:rowId xmlns:a16="http://schemas.microsoft.com/office/drawing/2014/main" val="545392630"/>
                  </a:ext>
                </a:extLst>
              </a:tr>
              <a:tr h="370840">
                <a:tc>
                  <a:txBody>
                    <a:bodyPr/>
                    <a:lstStyle/>
                    <a:p>
                      <a:pPr>
                        <a:buNone/>
                      </a:pPr>
                      <a:r>
                        <a:rPr lang="en-US" sz="1200" b="1"/>
                        <a:t>No Man’s Sky</a:t>
                      </a:r>
                      <a:endParaRPr lang="en-US" sz="1200"/>
                    </a:p>
                  </a:txBody>
                  <a:tcPr anchor="ctr"/>
                </a:tc>
                <a:tc>
                  <a:txBody>
                    <a:bodyPr/>
                    <a:lstStyle/>
                    <a:p>
                      <a:pPr>
                        <a:buNone/>
                      </a:pPr>
                      <a:r>
                        <a:rPr lang="ru-RU" sz="1200"/>
                        <a:t>Планетарна процедурна генерація (ландшафт + екосистеми)</a:t>
                      </a:r>
                    </a:p>
                  </a:txBody>
                  <a:tcPr anchor="ctr"/>
                </a:tc>
                <a:tc>
                  <a:txBody>
                    <a:bodyPr/>
                    <a:lstStyle/>
                    <a:p>
                      <a:pPr>
                        <a:buNone/>
                      </a:pPr>
                      <a:r>
                        <a:rPr lang="ru-RU" sz="1200"/>
                        <a:t>Майже безмежний світ, унікальні планети, складна генерація флори і фауни</a:t>
                      </a:r>
                    </a:p>
                  </a:txBody>
                  <a:tcPr anchor="ctr"/>
                </a:tc>
                <a:tc>
                  <a:txBody>
                    <a:bodyPr/>
                    <a:lstStyle/>
                    <a:p>
                      <a:pPr>
                        <a:buNone/>
                      </a:pPr>
                      <a:r>
                        <a:rPr lang="uk-UA" sz="1200"/>
                        <a:t>Повторюваність елементів при тривалій грі, обмежена глибина взаємодії з об’єктами, дисбаланс між масштабом і контентом</a:t>
                      </a:r>
                    </a:p>
                  </a:txBody>
                  <a:tcPr anchor="ctr"/>
                </a:tc>
                <a:extLst>
                  <a:ext uri="{0D108BD9-81ED-4DB2-BD59-A6C34878D82A}">
                    <a16:rowId xmlns:a16="http://schemas.microsoft.com/office/drawing/2014/main" val="3227984613"/>
                  </a:ext>
                </a:extLst>
              </a:tr>
              <a:tr h="370840">
                <a:tc>
                  <a:txBody>
                    <a:bodyPr/>
                    <a:lstStyle/>
                    <a:p>
                      <a:pPr>
                        <a:buNone/>
                      </a:pPr>
                      <a:r>
                        <a:rPr lang="en-US" sz="1200" b="1"/>
                        <a:t>Terraria</a:t>
                      </a:r>
                      <a:endParaRPr lang="en-US" sz="1200"/>
                    </a:p>
                  </a:txBody>
                  <a:tcPr anchor="ctr"/>
                </a:tc>
                <a:tc>
                  <a:txBody>
                    <a:bodyPr/>
                    <a:lstStyle/>
                    <a:p>
                      <a:pPr>
                        <a:buNone/>
                      </a:pPr>
                      <a:r>
                        <a:rPr lang="ru-RU" sz="1200" dirty="0"/>
                        <a:t>2D </a:t>
                      </a:r>
                      <a:r>
                        <a:rPr lang="ru-RU" sz="1200" dirty="0" err="1"/>
                        <a:t>процедурна</a:t>
                      </a:r>
                      <a:r>
                        <a:rPr lang="ru-RU" sz="1200" dirty="0"/>
                        <a:t> </a:t>
                      </a:r>
                      <a:r>
                        <a:rPr lang="ru-RU" sz="1200" dirty="0" err="1"/>
                        <a:t>генерація</a:t>
                      </a:r>
                      <a:r>
                        <a:rPr lang="ru-RU" sz="1200" dirty="0"/>
                        <a:t> з </a:t>
                      </a:r>
                      <a:r>
                        <a:rPr lang="ru-RU" sz="1200" dirty="0" err="1"/>
                        <a:t>біомами</a:t>
                      </a:r>
                      <a:r>
                        <a:rPr lang="ru-RU" sz="1200" dirty="0"/>
                        <a:t> та </a:t>
                      </a:r>
                      <a:r>
                        <a:rPr lang="ru-RU" sz="1200" dirty="0" err="1"/>
                        <a:t>підземними</a:t>
                      </a:r>
                      <a:r>
                        <a:rPr lang="ru-RU" sz="1200" dirty="0"/>
                        <a:t> структурами</a:t>
                      </a:r>
                    </a:p>
                  </a:txBody>
                  <a:tcPr anchor="ctr"/>
                </a:tc>
                <a:tc>
                  <a:txBody>
                    <a:bodyPr/>
                    <a:lstStyle/>
                    <a:p>
                      <a:pPr>
                        <a:buNone/>
                      </a:pPr>
                      <a:r>
                        <a:rPr lang="ru-RU" sz="1200"/>
                        <a:t>Добрий баланс випадковості та правил, цікава структура світу, висока реіграбельність</a:t>
                      </a:r>
                    </a:p>
                  </a:txBody>
                  <a:tcPr anchor="ctr"/>
                </a:tc>
                <a:tc>
                  <a:txBody>
                    <a:bodyPr/>
                    <a:lstStyle/>
                    <a:p>
                      <a:pPr>
                        <a:buNone/>
                      </a:pPr>
                      <a:r>
                        <a:rPr lang="ru-RU" sz="1200" dirty="0" err="1"/>
                        <a:t>Непередбачуване</a:t>
                      </a:r>
                      <a:r>
                        <a:rPr lang="ru-RU" sz="1200" dirty="0"/>
                        <a:t> </a:t>
                      </a:r>
                      <a:r>
                        <a:rPr lang="ru-RU" sz="1200" dirty="0" err="1"/>
                        <a:t>розташування</a:t>
                      </a:r>
                      <a:r>
                        <a:rPr lang="ru-RU" sz="1200" dirty="0"/>
                        <a:t> </a:t>
                      </a:r>
                      <a:r>
                        <a:rPr lang="ru-RU" sz="1200" dirty="0" err="1"/>
                        <a:t>ресурсів</a:t>
                      </a:r>
                      <a:r>
                        <a:rPr lang="ru-RU" sz="1200" dirty="0"/>
                        <a:t>, </a:t>
                      </a:r>
                      <a:r>
                        <a:rPr lang="ru-RU" sz="1200" dirty="0" err="1"/>
                        <a:t>нерівномірна</a:t>
                      </a:r>
                      <a:r>
                        <a:rPr lang="ru-RU" sz="1200" dirty="0"/>
                        <a:t> </a:t>
                      </a:r>
                      <a:r>
                        <a:rPr lang="ru-RU" sz="1200" dirty="0" err="1"/>
                        <a:t>щільність</a:t>
                      </a:r>
                      <a:r>
                        <a:rPr lang="ru-RU" sz="1200" dirty="0"/>
                        <a:t> контенту, </a:t>
                      </a:r>
                      <a:r>
                        <a:rPr lang="ru-RU" sz="1200" dirty="0" err="1"/>
                        <a:t>складність</a:t>
                      </a:r>
                      <a:r>
                        <a:rPr lang="ru-RU" sz="1200" dirty="0"/>
                        <a:t> для </a:t>
                      </a:r>
                      <a:r>
                        <a:rPr lang="ru-RU" sz="1200" dirty="0" err="1"/>
                        <a:t>нових</a:t>
                      </a:r>
                      <a:r>
                        <a:rPr lang="ru-RU" sz="1200" dirty="0"/>
                        <a:t> </a:t>
                      </a:r>
                      <a:r>
                        <a:rPr lang="ru-RU" sz="1200" dirty="0" err="1"/>
                        <a:t>гравців</a:t>
                      </a:r>
                      <a:endParaRPr lang="ru-RU" sz="1200" dirty="0"/>
                    </a:p>
                  </a:txBody>
                  <a:tcPr anchor="ctr"/>
                </a:tc>
                <a:extLst>
                  <a:ext uri="{0D108BD9-81ED-4DB2-BD59-A6C34878D82A}">
                    <a16:rowId xmlns:a16="http://schemas.microsoft.com/office/drawing/2014/main" val="4249182909"/>
                  </a:ext>
                </a:extLst>
              </a:tr>
            </a:tbl>
          </a:graphicData>
        </a:graphic>
      </p:graphicFrame>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84"/>
        <p:cNvGrpSpPr/>
        <p:nvPr/>
      </p:nvGrpSpPr>
      <p:grpSpPr>
        <a:xfrm>
          <a:off x="0" y="0"/>
          <a:ext cx="0" cy="0"/>
          <a:chOff x="0" y="0"/>
          <a:chExt cx="0" cy="0"/>
        </a:xfrm>
      </p:grpSpPr>
      <p:sp>
        <p:nvSpPr>
          <p:cNvPr id="85" name="Google Shape;85;p16"/>
          <p:cNvSpPr txBox="1">
            <a:spLocks noGrp="1"/>
          </p:cNvSpPr>
          <p:nvPr>
            <p:ph type="title"/>
          </p:nvPr>
        </p:nvSpPr>
        <p:spPr>
          <a:xfrm>
            <a:off x="311700" y="-186276"/>
            <a:ext cx="8520600" cy="831300"/>
          </a:xfrm>
          <a:prstGeom prst="rect">
            <a:avLst/>
          </a:prstGeom>
        </p:spPr>
        <p:txBody>
          <a:bodyPr spcFirstLastPara="1" wrap="square" lIns="91425" tIns="91425" rIns="91425" bIns="91425" anchor="b" anchorCtr="0">
            <a:normAutofit/>
          </a:bodyPr>
          <a:lstStyle/>
          <a:p>
            <a:pPr marL="0" lvl="0" indent="0" algn="l" rtl="0">
              <a:spcBef>
                <a:spcPts val="0"/>
              </a:spcBef>
              <a:spcAft>
                <a:spcPts val="0"/>
              </a:spcAft>
              <a:buNone/>
            </a:pPr>
            <a:r>
              <a:rPr lang="uk" sz="3200" dirty="0"/>
              <a:t>Постановка задачі та опис системи</a:t>
            </a:r>
            <a:endParaRPr sz="3200" dirty="0"/>
          </a:p>
        </p:txBody>
      </p:sp>
      <p:sp>
        <p:nvSpPr>
          <p:cNvPr id="86" name="Google Shape;86;p16"/>
          <p:cNvSpPr txBox="1">
            <a:spLocks noGrp="1"/>
          </p:cNvSpPr>
          <p:nvPr>
            <p:ph type="body" idx="1"/>
          </p:nvPr>
        </p:nvSpPr>
        <p:spPr>
          <a:xfrm>
            <a:off x="311700" y="645024"/>
            <a:ext cx="8520600" cy="3858224"/>
          </a:xfrm>
          <a:prstGeom prst="rect">
            <a:avLst/>
          </a:prstGeom>
        </p:spPr>
        <p:txBody>
          <a:bodyPr spcFirstLastPara="1" wrap="square" lIns="91425" tIns="91425" rIns="91425" bIns="91425" anchor="t" anchorCtr="0">
            <a:normAutofit fontScale="85000" lnSpcReduction="20000"/>
          </a:bodyPr>
          <a:lstStyle/>
          <a:p>
            <a:pPr marL="0" lvl="0" indent="0">
              <a:spcBef>
                <a:spcPts val="1500"/>
              </a:spcBef>
              <a:buNone/>
            </a:pPr>
            <a:r>
              <a:rPr lang="uk-UA" dirty="0">
                <a:highlight>
                  <a:srgbClr val="FFFFFF"/>
                </a:highlight>
              </a:rPr>
              <a:t>Існуючі підходи до процедурної генерації ігрового світу у </a:t>
            </a:r>
            <a:r>
              <a:rPr lang="en-US" dirty="0">
                <a:highlight>
                  <a:srgbClr val="FFFFFF"/>
                </a:highlight>
              </a:rPr>
              <a:t>Survival-</a:t>
            </a:r>
            <a:r>
              <a:rPr lang="uk-UA" dirty="0">
                <a:highlight>
                  <a:srgbClr val="FFFFFF"/>
                </a:highlight>
              </a:rPr>
              <a:t>іграх часто не забезпечують одночасно високу унікальність середовища, логічну структурованість та стабільну продуктивність при генерації великих територій. У результаті виникають проблеми нерівномірного розподілу ресурсів, повторюваності елементів, недостатньої деталізації світу та перевантаження системи при масштабуванні. Це ускладнює створення збалансованого ігрового досвіду, особливо в умовах відкритих або великомасштабних світів.</a:t>
            </a:r>
          </a:p>
          <a:p>
            <a:pPr marL="0" lvl="0" indent="0">
              <a:spcBef>
                <a:spcPts val="1500"/>
              </a:spcBef>
              <a:buNone/>
            </a:pPr>
            <a:r>
              <a:rPr lang="uk-UA" dirty="0">
                <a:highlight>
                  <a:srgbClr val="FFFFFF"/>
                </a:highlight>
              </a:rPr>
              <a:t>У результаті роботи очікується створення системи процедурної генерації ігрового світу для </a:t>
            </a:r>
            <a:r>
              <a:rPr lang="en-US" dirty="0">
                <a:highlight>
                  <a:srgbClr val="FFFFFF"/>
                </a:highlight>
              </a:rPr>
              <a:t>Survival-</a:t>
            </a:r>
            <a:r>
              <a:rPr lang="uk-UA" dirty="0">
                <a:highlight>
                  <a:srgbClr val="FFFFFF"/>
                </a:highlight>
              </a:rPr>
              <a:t>ігри в </a:t>
            </a:r>
            <a:r>
              <a:rPr lang="en-US" dirty="0">
                <a:highlight>
                  <a:srgbClr val="FFFFFF"/>
                </a:highlight>
              </a:rPr>
              <a:t>Unreal Engine 5, </a:t>
            </a:r>
            <a:r>
              <a:rPr lang="uk-UA" dirty="0">
                <a:highlight>
                  <a:srgbClr val="FFFFFF"/>
                </a:highlight>
              </a:rPr>
              <a:t>яка забезпечує автоматичне формування ландшафтів, </a:t>
            </a:r>
            <a:r>
              <a:rPr lang="uk-UA" dirty="0" err="1">
                <a:highlight>
                  <a:srgbClr val="FFFFFF"/>
                </a:highlight>
              </a:rPr>
              <a:t>біомів</a:t>
            </a:r>
            <a:r>
              <a:rPr lang="uk-UA" dirty="0">
                <a:highlight>
                  <a:srgbClr val="FFFFFF"/>
                </a:highlight>
              </a:rPr>
              <a:t> та блокових структур на основі алгоритмічних правил. Система повинна підтримувати масштабованість, стабільну продуктивність та оптимізоване завантаження ігрового середовища. Додатково очікується підвищення </a:t>
            </a:r>
            <a:r>
              <a:rPr lang="uk-UA" dirty="0" err="1">
                <a:highlight>
                  <a:srgbClr val="FFFFFF"/>
                </a:highlight>
              </a:rPr>
              <a:t>реіграбельності</a:t>
            </a:r>
            <a:r>
              <a:rPr lang="uk-UA" dirty="0">
                <a:highlight>
                  <a:srgbClr val="FFFFFF"/>
                </a:highlight>
              </a:rPr>
              <a:t> завдяки унікальності згенерованих світів і покращення загального балансу ігрового простору за рахунок контрольованої процедурної генерації.</a:t>
            </a:r>
            <a:endParaRPr lang="uk-UA" dirty="0">
              <a:highlight>
                <a:srgbClr val="FFFFFF"/>
              </a:highlight>
              <a:latin typeface="Economica" panose="020B0604020202020204" charset="0"/>
            </a:endParaRPr>
          </a:p>
        </p:txBody>
      </p:sp>
      <p:pic>
        <p:nvPicPr>
          <p:cNvPr id="87" name="Google Shape;87;p16"/>
          <p:cNvPicPr preferRelativeResize="0"/>
          <p:nvPr/>
        </p:nvPicPr>
        <p:blipFill>
          <a:blip r:embed="rId3">
            <a:alphaModFix/>
          </a:blip>
          <a:stretch>
            <a:fillRect/>
          </a:stretch>
        </p:blipFill>
        <p:spPr>
          <a:xfrm>
            <a:off x="268925" y="4359500"/>
            <a:ext cx="862250" cy="581750"/>
          </a:xfrm>
          <a:prstGeom prst="rect">
            <a:avLst/>
          </a:prstGeom>
          <a:noFill/>
          <a:ln>
            <a:noFill/>
          </a:ln>
        </p:spPr>
      </p:pic>
      <p:sp>
        <p:nvSpPr>
          <p:cNvPr id="2" name="TextBox 1">
            <a:extLst>
              <a:ext uri="{FF2B5EF4-FFF2-40B4-BE49-F238E27FC236}">
                <a16:creationId xmlns:a16="http://schemas.microsoft.com/office/drawing/2014/main" id="{723D9805-068E-FE7E-BC9A-0C410D68B73B}"/>
              </a:ext>
            </a:extLst>
          </p:cNvPr>
          <p:cNvSpPr txBox="1"/>
          <p:nvPr/>
        </p:nvSpPr>
        <p:spPr>
          <a:xfrm>
            <a:off x="8778240" y="4606349"/>
            <a:ext cx="284052" cy="307777"/>
          </a:xfrm>
          <a:prstGeom prst="rect">
            <a:avLst/>
          </a:prstGeom>
          <a:noFill/>
        </p:spPr>
        <p:txBody>
          <a:bodyPr wrap="none" rtlCol="0">
            <a:spAutoFit/>
          </a:bodyPr>
          <a:lstStyle/>
          <a:p>
            <a:fld id="{A35EEF41-5B9E-4186-8855-3C8162DCC2D6}" type="slidenum">
              <a:rPr lang="uk-UA" smtClean="0"/>
              <a:t>4</a:t>
            </a:fld>
            <a:endParaRPr lang="uk-UA"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91"/>
        <p:cNvGrpSpPr/>
        <p:nvPr/>
      </p:nvGrpSpPr>
      <p:grpSpPr>
        <a:xfrm>
          <a:off x="0" y="0"/>
          <a:ext cx="0" cy="0"/>
          <a:chOff x="0" y="0"/>
          <a:chExt cx="0" cy="0"/>
        </a:xfrm>
      </p:grpSpPr>
      <p:sp>
        <p:nvSpPr>
          <p:cNvPr id="92" name="Google Shape;92;p17"/>
          <p:cNvSpPr txBox="1">
            <a:spLocks noGrp="1"/>
          </p:cNvSpPr>
          <p:nvPr>
            <p:ph type="title"/>
          </p:nvPr>
        </p:nvSpPr>
        <p:spPr>
          <a:xfrm>
            <a:off x="311700" y="-148309"/>
            <a:ext cx="8520600" cy="831300"/>
          </a:xfrm>
          <a:prstGeom prst="rect">
            <a:avLst/>
          </a:prstGeom>
        </p:spPr>
        <p:txBody>
          <a:bodyPr spcFirstLastPara="1" wrap="square" lIns="91425" tIns="91425" rIns="91425" bIns="91425" anchor="b" anchorCtr="0">
            <a:normAutofit/>
          </a:bodyPr>
          <a:lstStyle/>
          <a:p>
            <a:pPr marL="0" lvl="0" indent="0" algn="l" rtl="0">
              <a:spcBef>
                <a:spcPts val="0"/>
              </a:spcBef>
              <a:spcAft>
                <a:spcPts val="0"/>
              </a:spcAft>
              <a:buNone/>
            </a:pPr>
            <a:r>
              <a:rPr lang="uk" sz="3200" dirty="0"/>
              <a:t>Вибір технологій розробки </a:t>
            </a:r>
            <a:endParaRPr sz="3200" dirty="0"/>
          </a:p>
        </p:txBody>
      </p:sp>
      <p:sp>
        <p:nvSpPr>
          <p:cNvPr id="93" name="Google Shape;93;p17"/>
          <p:cNvSpPr txBox="1">
            <a:spLocks noGrp="1"/>
          </p:cNvSpPr>
          <p:nvPr>
            <p:ph type="body" idx="1"/>
          </p:nvPr>
        </p:nvSpPr>
        <p:spPr>
          <a:xfrm>
            <a:off x="399666" y="1258159"/>
            <a:ext cx="8520600" cy="2421673"/>
          </a:xfrm>
          <a:prstGeom prst="rect">
            <a:avLst/>
          </a:prstGeom>
        </p:spPr>
        <p:txBody>
          <a:bodyPr spcFirstLastPara="1" wrap="square" lIns="91425" tIns="91425" rIns="91425" bIns="91425" anchor="t" anchorCtr="0">
            <a:normAutofit fontScale="92500" lnSpcReduction="20000"/>
          </a:bodyPr>
          <a:lstStyle/>
          <a:p>
            <a:pPr marL="0" lvl="0" indent="0">
              <a:spcBef>
                <a:spcPts val="1500"/>
              </a:spcBef>
              <a:buNone/>
            </a:pPr>
            <a:r>
              <a:rPr lang="uk-UA" dirty="0">
                <a:highlight>
                  <a:srgbClr val="FFFFFF"/>
                </a:highlight>
              </a:rPr>
              <a:t>У процесі розробки використано </a:t>
            </a:r>
            <a:r>
              <a:rPr lang="en-US" dirty="0">
                <a:highlight>
                  <a:srgbClr val="FFFFFF"/>
                </a:highlight>
              </a:rPr>
              <a:t>Unreal Engine 5 </a:t>
            </a:r>
            <a:r>
              <a:rPr lang="uk-UA" dirty="0">
                <a:highlight>
                  <a:srgbClr val="FFFFFF"/>
                </a:highlight>
              </a:rPr>
              <a:t>як основний рушій для створення ігрового застосунку. Логіка системи реалізована за допомогою </a:t>
            </a:r>
            <a:r>
              <a:rPr lang="en-US" dirty="0">
                <a:highlight>
                  <a:srgbClr val="FFFFFF"/>
                </a:highlight>
              </a:rPr>
              <a:t>Blueprint System </a:t>
            </a:r>
            <a:r>
              <a:rPr lang="uk-UA" dirty="0">
                <a:highlight>
                  <a:srgbClr val="FFFFFF"/>
                </a:highlight>
              </a:rPr>
              <a:t>та </a:t>
            </a:r>
            <a:r>
              <a:rPr lang="en-US" dirty="0">
                <a:highlight>
                  <a:srgbClr val="FFFFFF"/>
                </a:highlight>
              </a:rPr>
              <a:t>C++, </a:t>
            </a:r>
            <a:r>
              <a:rPr lang="uk-UA" dirty="0">
                <a:highlight>
                  <a:srgbClr val="FFFFFF"/>
                </a:highlight>
              </a:rPr>
              <a:t>що дозволило поєднати швидке </a:t>
            </a:r>
            <a:r>
              <a:rPr lang="uk-UA" dirty="0" err="1">
                <a:highlight>
                  <a:srgbClr val="FFFFFF"/>
                </a:highlight>
              </a:rPr>
              <a:t>прототипування</a:t>
            </a:r>
            <a:r>
              <a:rPr lang="uk-UA" dirty="0">
                <a:highlight>
                  <a:srgbClr val="FFFFFF"/>
                </a:highlight>
              </a:rPr>
              <a:t> з високою продуктивністю. Для процедурної генерації світу застосовано підходи </a:t>
            </a:r>
            <a:r>
              <a:rPr lang="en-US" dirty="0">
                <a:highlight>
                  <a:srgbClr val="FFFFFF"/>
                </a:highlight>
              </a:rPr>
              <a:t>Procedural Content Generation (PCG), </a:t>
            </a:r>
            <a:r>
              <a:rPr lang="uk-UA" dirty="0">
                <a:highlight>
                  <a:srgbClr val="FFFFFF"/>
                </a:highlight>
              </a:rPr>
              <a:t>а також алгоритми формування ландшафту та блокових структур. Додатково використано механізми </a:t>
            </a:r>
            <a:r>
              <a:rPr lang="en-US" dirty="0">
                <a:highlight>
                  <a:srgbClr val="FFFFFF"/>
                </a:highlight>
              </a:rPr>
              <a:t>Level Streaming </a:t>
            </a:r>
            <a:r>
              <a:rPr lang="uk-UA" dirty="0">
                <a:highlight>
                  <a:srgbClr val="FFFFFF"/>
                </a:highlight>
              </a:rPr>
              <a:t>для оптимізації завантаження великих ігрових просторів та підвищення продуктивності.</a:t>
            </a:r>
            <a:endParaRPr lang="uk-UA" dirty="0">
              <a:highlight>
                <a:srgbClr val="FFFFFF"/>
              </a:highlight>
              <a:latin typeface="Economica" panose="020B0604020202020204" charset="0"/>
            </a:endParaRPr>
          </a:p>
        </p:txBody>
      </p:sp>
      <p:pic>
        <p:nvPicPr>
          <p:cNvPr id="94" name="Google Shape;94;p17"/>
          <p:cNvPicPr preferRelativeResize="0"/>
          <p:nvPr/>
        </p:nvPicPr>
        <p:blipFill>
          <a:blip r:embed="rId3">
            <a:alphaModFix/>
          </a:blip>
          <a:stretch>
            <a:fillRect/>
          </a:stretch>
        </p:blipFill>
        <p:spPr>
          <a:xfrm>
            <a:off x="268925" y="4359500"/>
            <a:ext cx="862250" cy="581750"/>
          </a:xfrm>
          <a:prstGeom prst="rect">
            <a:avLst/>
          </a:prstGeom>
          <a:noFill/>
          <a:ln>
            <a:noFill/>
          </a:ln>
        </p:spPr>
      </p:pic>
      <p:sp>
        <p:nvSpPr>
          <p:cNvPr id="2" name="TextBox 1">
            <a:extLst>
              <a:ext uri="{FF2B5EF4-FFF2-40B4-BE49-F238E27FC236}">
                <a16:creationId xmlns:a16="http://schemas.microsoft.com/office/drawing/2014/main" id="{A343E912-C721-1128-5F72-D9BB9BCF5CCA}"/>
              </a:ext>
            </a:extLst>
          </p:cNvPr>
          <p:cNvSpPr txBox="1"/>
          <p:nvPr/>
        </p:nvSpPr>
        <p:spPr>
          <a:xfrm>
            <a:off x="8778240" y="4606349"/>
            <a:ext cx="284052" cy="307777"/>
          </a:xfrm>
          <a:prstGeom prst="rect">
            <a:avLst/>
          </a:prstGeom>
          <a:noFill/>
        </p:spPr>
        <p:txBody>
          <a:bodyPr wrap="none" rtlCol="0">
            <a:spAutoFit/>
          </a:bodyPr>
          <a:lstStyle/>
          <a:p>
            <a:fld id="{A35EEF41-5B9E-4186-8855-3C8162DCC2D6}" type="slidenum">
              <a:rPr lang="uk-UA" smtClean="0"/>
              <a:t>5</a:t>
            </a:fld>
            <a:endParaRPr lang="uk-UA"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98"/>
        <p:cNvGrpSpPr/>
        <p:nvPr/>
      </p:nvGrpSpPr>
      <p:grpSpPr>
        <a:xfrm>
          <a:off x="0" y="0"/>
          <a:ext cx="0" cy="0"/>
          <a:chOff x="0" y="0"/>
          <a:chExt cx="0" cy="0"/>
        </a:xfrm>
      </p:grpSpPr>
      <p:sp>
        <p:nvSpPr>
          <p:cNvPr id="99" name="Google Shape;99;p18"/>
          <p:cNvSpPr txBox="1">
            <a:spLocks noGrp="1"/>
          </p:cNvSpPr>
          <p:nvPr>
            <p:ph type="title"/>
          </p:nvPr>
        </p:nvSpPr>
        <p:spPr>
          <a:xfrm>
            <a:off x="268925" y="349659"/>
            <a:ext cx="8520600" cy="8313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uk" sz="3200" dirty="0"/>
              <a:t>Архітектура створенного програмного забезпечення</a:t>
            </a:r>
            <a:endParaRPr sz="3200" dirty="0"/>
          </a:p>
        </p:txBody>
      </p:sp>
      <p:sp>
        <p:nvSpPr>
          <p:cNvPr id="100" name="Google Shape;100;p18"/>
          <p:cNvSpPr txBox="1">
            <a:spLocks noGrp="1"/>
          </p:cNvSpPr>
          <p:nvPr>
            <p:ph type="body" idx="1"/>
          </p:nvPr>
        </p:nvSpPr>
        <p:spPr>
          <a:xfrm>
            <a:off x="354476" y="1180960"/>
            <a:ext cx="3491588" cy="3055994"/>
          </a:xfrm>
          <a:prstGeom prst="rect">
            <a:avLst/>
          </a:prstGeom>
        </p:spPr>
        <p:txBody>
          <a:bodyPr spcFirstLastPara="1" wrap="square" lIns="91425" tIns="91425" rIns="91425" bIns="91425" anchor="t" anchorCtr="0">
            <a:normAutofit/>
          </a:bodyPr>
          <a:lstStyle/>
          <a:p>
            <a:pPr marL="0" lvl="0" indent="0" algn="ctr">
              <a:spcBef>
                <a:spcPts val="1500"/>
              </a:spcBef>
              <a:buNone/>
            </a:pPr>
            <a:r>
              <a:rPr lang="uk-UA" dirty="0">
                <a:highlight>
                  <a:srgbClr val="FFFFFF"/>
                </a:highlight>
                <a:latin typeface="Open Sans" panose="020B0606030504020204" pitchFamily="34" charset="0"/>
                <a:ea typeface="Open Sans" panose="020B0606030504020204" pitchFamily="34" charset="0"/>
                <a:cs typeface="Open Sans" panose="020B0606030504020204" pitchFamily="34" charset="0"/>
              </a:rPr>
              <a:t>Архітектура процедурної генерації тайлового світу з пулінгом чанків, візуалізацією через </a:t>
            </a:r>
            <a:r>
              <a:rPr lang="en-US" dirty="0">
                <a:highlight>
                  <a:srgbClr val="FFFFFF"/>
                </a:highlight>
                <a:latin typeface="Open Sans" panose="020B0606030504020204" pitchFamily="34" charset="0"/>
                <a:ea typeface="Open Sans" panose="020B0606030504020204" pitchFamily="34" charset="0"/>
                <a:cs typeface="Open Sans" panose="020B0606030504020204" pitchFamily="34" charset="0"/>
              </a:rPr>
              <a:t>Paper2D </a:t>
            </a:r>
            <a:r>
              <a:rPr lang="uk-UA" dirty="0">
                <a:highlight>
                  <a:srgbClr val="FFFFFF"/>
                </a:highlight>
                <a:latin typeface="Open Sans" panose="020B0606030504020204" pitchFamily="34" charset="0"/>
                <a:ea typeface="Open Sans" panose="020B0606030504020204" pitchFamily="34" charset="0"/>
                <a:cs typeface="Open Sans" panose="020B0606030504020204" pitchFamily="34" charset="0"/>
              </a:rPr>
              <a:t>та динамічним стрімінгом навколо позиції гравця.</a:t>
            </a:r>
            <a:endParaRPr dirty="0">
              <a:latin typeface="Open Sans" panose="020B0606030504020204" pitchFamily="34" charset="0"/>
              <a:ea typeface="Open Sans" panose="020B0606030504020204" pitchFamily="34" charset="0"/>
              <a:cs typeface="Open Sans" panose="020B0606030504020204" pitchFamily="34" charset="0"/>
            </a:endParaRPr>
          </a:p>
        </p:txBody>
      </p:sp>
      <p:pic>
        <p:nvPicPr>
          <p:cNvPr id="101" name="Google Shape;101;p18"/>
          <p:cNvPicPr preferRelativeResize="0"/>
          <p:nvPr/>
        </p:nvPicPr>
        <p:blipFill>
          <a:blip r:embed="rId3">
            <a:alphaModFix/>
          </a:blip>
          <a:stretch>
            <a:fillRect/>
          </a:stretch>
        </p:blipFill>
        <p:spPr>
          <a:xfrm>
            <a:off x="268925" y="4359500"/>
            <a:ext cx="862250" cy="581750"/>
          </a:xfrm>
          <a:prstGeom prst="rect">
            <a:avLst/>
          </a:prstGeom>
          <a:noFill/>
          <a:ln>
            <a:noFill/>
          </a:ln>
        </p:spPr>
      </p:pic>
      <p:sp>
        <p:nvSpPr>
          <p:cNvPr id="2" name="TextBox 1">
            <a:extLst>
              <a:ext uri="{FF2B5EF4-FFF2-40B4-BE49-F238E27FC236}">
                <a16:creationId xmlns:a16="http://schemas.microsoft.com/office/drawing/2014/main" id="{12A55726-B906-08A2-C43F-1B00FCF5F354}"/>
              </a:ext>
            </a:extLst>
          </p:cNvPr>
          <p:cNvSpPr txBox="1"/>
          <p:nvPr/>
        </p:nvSpPr>
        <p:spPr>
          <a:xfrm>
            <a:off x="8778240" y="4606349"/>
            <a:ext cx="284052" cy="307777"/>
          </a:xfrm>
          <a:prstGeom prst="rect">
            <a:avLst/>
          </a:prstGeom>
          <a:noFill/>
        </p:spPr>
        <p:txBody>
          <a:bodyPr wrap="none" rtlCol="0">
            <a:spAutoFit/>
          </a:bodyPr>
          <a:lstStyle/>
          <a:p>
            <a:fld id="{A35EEF41-5B9E-4186-8855-3C8162DCC2D6}" type="slidenum">
              <a:rPr lang="uk-UA" smtClean="0"/>
              <a:t>6</a:t>
            </a:fld>
            <a:endParaRPr lang="uk-UA" dirty="0"/>
          </a:p>
        </p:txBody>
      </p:sp>
      <p:pic>
        <p:nvPicPr>
          <p:cNvPr id="6" name="Рисунок 4">
            <a:extLst>
              <a:ext uri="{FF2B5EF4-FFF2-40B4-BE49-F238E27FC236}">
                <a16:creationId xmlns:a16="http://schemas.microsoft.com/office/drawing/2014/main" id="{DD62686A-5A48-457E-8ECB-EB34D33EE12A}"/>
              </a:ext>
            </a:extLst>
          </p:cNvPr>
          <p:cNvPicPr>
            <a:picLocks noChangeAspect="1"/>
          </p:cNvPicPr>
          <p:nvPr/>
        </p:nvPicPr>
        <p:blipFill>
          <a:blip r:embed="rId4">
            <a:extLst>
              <a:ext uri="{28A0092B-C50C-407E-A947-70E740481C1C}">
                <a14:useLocalDpi xmlns:a14="http://schemas.microsoft.com/office/drawing/2010/main" val="0"/>
              </a:ext>
            </a:extLst>
          </a:blip>
          <a:srcRect/>
          <a:stretch>
            <a:fillRect/>
          </a:stretch>
        </p:blipFill>
        <p:spPr bwMode="auto">
          <a:xfrm>
            <a:off x="4097097" y="1180959"/>
            <a:ext cx="4681143" cy="2614857"/>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05"/>
        <p:cNvGrpSpPr/>
        <p:nvPr/>
      </p:nvGrpSpPr>
      <p:grpSpPr>
        <a:xfrm>
          <a:off x="0" y="0"/>
          <a:ext cx="0" cy="0"/>
          <a:chOff x="0" y="0"/>
          <a:chExt cx="0" cy="0"/>
        </a:xfrm>
      </p:grpSpPr>
      <p:sp>
        <p:nvSpPr>
          <p:cNvPr id="106" name="Google Shape;106;p19"/>
          <p:cNvSpPr txBox="1">
            <a:spLocks noGrp="1"/>
          </p:cNvSpPr>
          <p:nvPr>
            <p:ph type="title"/>
          </p:nvPr>
        </p:nvSpPr>
        <p:spPr>
          <a:xfrm>
            <a:off x="311700" y="312400"/>
            <a:ext cx="8520600" cy="8313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uk" sz="3200" dirty="0"/>
              <a:t>Опис програмного забезпечення, що було використано у дослідженні</a:t>
            </a:r>
            <a:endParaRPr sz="3200" dirty="0"/>
          </a:p>
        </p:txBody>
      </p:sp>
      <p:sp>
        <p:nvSpPr>
          <p:cNvPr id="107" name="Google Shape;107;p19"/>
          <p:cNvSpPr txBox="1">
            <a:spLocks noGrp="1"/>
          </p:cNvSpPr>
          <p:nvPr>
            <p:ph type="body" idx="1"/>
          </p:nvPr>
        </p:nvSpPr>
        <p:spPr>
          <a:xfrm>
            <a:off x="311700" y="1390549"/>
            <a:ext cx="8520600" cy="3215800"/>
          </a:xfrm>
          <a:prstGeom prst="rect">
            <a:avLst/>
          </a:prstGeom>
        </p:spPr>
        <p:txBody>
          <a:bodyPr spcFirstLastPara="1" wrap="square" lIns="91425" tIns="91425" rIns="91425" bIns="91425" anchor="t" anchorCtr="0">
            <a:normAutofit fontScale="92500" lnSpcReduction="10000"/>
          </a:bodyPr>
          <a:lstStyle/>
          <a:p>
            <a:pPr marL="114300" indent="0">
              <a:buNone/>
            </a:pPr>
            <a:r>
              <a:rPr lang="uk-UA" dirty="0">
                <a:highlight>
                  <a:srgbClr val="FFFFFF"/>
                </a:highlight>
              </a:rPr>
              <a:t>Розробка програмного застосунку здійснювалася в середовищі </a:t>
            </a:r>
            <a:r>
              <a:rPr lang="en-US" dirty="0">
                <a:highlight>
                  <a:srgbClr val="FFFFFF"/>
                </a:highlight>
              </a:rPr>
              <a:t>Unreal Engine 5 </a:t>
            </a:r>
            <a:r>
              <a:rPr lang="uk-UA" dirty="0">
                <a:highlight>
                  <a:srgbClr val="FFFFFF"/>
                </a:highlight>
              </a:rPr>
              <a:t>із використанням ітеративного підходу, що передбачав поетапне створення та тестування систем генерації світу. На початковому етапі було реалізовано базову структуру рівня та механізм формування ландшафту, після чого поступово додавалися блокова система, логіка розміщення об’єктів та оптимізація продуктивності.</a:t>
            </a:r>
          </a:p>
          <a:p>
            <a:pPr marL="114300" indent="0">
              <a:buNone/>
            </a:pPr>
            <a:endParaRPr lang="uk-UA" dirty="0">
              <a:highlight>
                <a:srgbClr val="FFFFFF"/>
              </a:highlight>
            </a:endParaRPr>
          </a:p>
          <a:p>
            <a:pPr marL="114300" indent="0">
              <a:buNone/>
            </a:pPr>
            <a:r>
              <a:rPr lang="uk-UA" dirty="0"/>
              <a:t>Основною мовою програмування було обрано </a:t>
            </a:r>
            <a:r>
              <a:rPr lang="en-US" dirty="0"/>
              <a:t>C++, </a:t>
            </a:r>
            <a:r>
              <a:rPr lang="uk-UA" dirty="0"/>
              <a:t>яка використовувалась для реалізації ключових систем генерації, оптимізації та управління ігровими даними. Додатково застосовувалися </a:t>
            </a:r>
            <a:r>
              <a:rPr lang="en-US" dirty="0"/>
              <a:t>Blueprints </a:t>
            </a:r>
            <a:r>
              <a:rPr lang="uk-UA" dirty="0"/>
              <a:t>для швидкого </a:t>
            </a:r>
            <a:r>
              <a:rPr lang="uk-UA" dirty="0" err="1"/>
              <a:t>прототипування</a:t>
            </a:r>
            <a:r>
              <a:rPr lang="uk-UA" dirty="0"/>
              <a:t> ігрової логіки та інтеграції окремих компонентів системи.</a:t>
            </a:r>
            <a:endParaRPr lang="en-US" dirty="0">
              <a:highlight>
                <a:srgbClr val="FFFFFF"/>
              </a:highlight>
            </a:endParaRPr>
          </a:p>
        </p:txBody>
      </p:sp>
      <p:pic>
        <p:nvPicPr>
          <p:cNvPr id="108" name="Google Shape;108;p19"/>
          <p:cNvPicPr preferRelativeResize="0"/>
          <p:nvPr/>
        </p:nvPicPr>
        <p:blipFill>
          <a:blip r:embed="rId3">
            <a:alphaModFix/>
          </a:blip>
          <a:stretch>
            <a:fillRect/>
          </a:stretch>
        </p:blipFill>
        <p:spPr>
          <a:xfrm>
            <a:off x="268925" y="4359500"/>
            <a:ext cx="862250" cy="581750"/>
          </a:xfrm>
          <a:prstGeom prst="rect">
            <a:avLst/>
          </a:prstGeom>
          <a:noFill/>
          <a:ln>
            <a:noFill/>
          </a:ln>
        </p:spPr>
      </p:pic>
      <p:sp>
        <p:nvSpPr>
          <p:cNvPr id="2" name="TextBox 1">
            <a:extLst>
              <a:ext uri="{FF2B5EF4-FFF2-40B4-BE49-F238E27FC236}">
                <a16:creationId xmlns:a16="http://schemas.microsoft.com/office/drawing/2014/main" id="{1226AFC1-F793-030A-440F-FC50C3AEF715}"/>
              </a:ext>
            </a:extLst>
          </p:cNvPr>
          <p:cNvSpPr txBox="1"/>
          <p:nvPr/>
        </p:nvSpPr>
        <p:spPr>
          <a:xfrm>
            <a:off x="8778240" y="4606349"/>
            <a:ext cx="284052" cy="307777"/>
          </a:xfrm>
          <a:prstGeom prst="rect">
            <a:avLst/>
          </a:prstGeom>
          <a:noFill/>
        </p:spPr>
        <p:txBody>
          <a:bodyPr wrap="none" rtlCol="0">
            <a:spAutoFit/>
          </a:bodyPr>
          <a:lstStyle/>
          <a:p>
            <a:fld id="{A35EEF41-5B9E-4186-8855-3C8162DCC2D6}" type="slidenum">
              <a:rPr lang="uk-UA" smtClean="0"/>
              <a:t>7</a:t>
            </a:fld>
            <a:endParaRPr lang="uk-UA"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12"/>
        <p:cNvGrpSpPr/>
        <p:nvPr/>
      </p:nvGrpSpPr>
      <p:grpSpPr>
        <a:xfrm>
          <a:off x="0" y="0"/>
          <a:ext cx="0" cy="0"/>
          <a:chOff x="0" y="0"/>
          <a:chExt cx="0" cy="0"/>
        </a:xfrm>
      </p:grpSpPr>
      <p:sp>
        <p:nvSpPr>
          <p:cNvPr id="113" name="Google Shape;113;p20"/>
          <p:cNvSpPr txBox="1">
            <a:spLocks noGrp="1"/>
          </p:cNvSpPr>
          <p:nvPr>
            <p:ph type="title"/>
          </p:nvPr>
        </p:nvSpPr>
        <p:spPr>
          <a:xfrm>
            <a:off x="311700" y="-92038"/>
            <a:ext cx="8520600" cy="831300"/>
          </a:xfrm>
          <a:prstGeom prst="rect">
            <a:avLst/>
          </a:prstGeom>
        </p:spPr>
        <p:txBody>
          <a:bodyPr spcFirstLastPara="1" wrap="square" lIns="91425" tIns="91425" rIns="91425" bIns="91425" anchor="b" anchorCtr="0">
            <a:normAutofit/>
          </a:bodyPr>
          <a:lstStyle/>
          <a:p>
            <a:pPr marL="0" lvl="0" indent="0" algn="l" rtl="0">
              <a:spcBef>
                <a:spcPts val="0"/>
              </a:spcBef>
              <a:spcAft>
                <a:spcPts val="0"/>
              </a:spcAft>
              <a:buNone/>
            </a:pPr>
            <a:r>
              <a:rPr lang="uk" sz="3200" dirty="0"/>
              <a:t>Дизайн системи</a:t>
            </a:r>
            <a:endParaRPr sz="3200" dirty="0"/>
          </a:p>
        </p:txBody>
      </p:sp>
      <p:sp>
        <p:nvSpPr>
          <p:cNvPr id="114" name="Google Shape;114;p20"/>
          <p:cNvSpPr txBox="1">
            <a:spLocks noGrp="1"/>
          </p:cNvSpPr>
          <p:nvPr>
            <p:ph type="body" idx="1"/>
          </p:nvPr>
        </p:nvSpPr>
        <p:spPr>
          <a:xfrm>
            <a:off x="311700" y="912582"/>
            <a:ext cx="8520600" cy="3520446"/>
          </a:xfrm>
          <a:prstGeom prst="rect">
            <a:avLst/>
          </a:prstGeom>
        </p:spPr>
        <p:txBody>
          <a:bodyPr spcFirstLastPara="1" wrap="square" lIns="91425" tIns="91425" rIns="91425" bIns="91425" anchor="t" anchorCtr="0">
            <a:normAutofit/>
          </a:bodyPr>
          <a:lstStyle/>
          <a:p>
            <a:pPr marL="114300" indent="0">
              <a:buNone/>
            </a:pPr>
            <a:r>
              <a:rPr lang="uk-UA" dirty="0"/>
              <a:t>Методи: процедурна генерація (</a:t>
            </a:r>
            <a:r>
              <a:rPr lang="en-US" dirty="0"/>
              <a:t>Procedural Content Generation)</a:t>
            </a:r>
            <a:r>
              <a:rPr lang="uk-UA" dirty="0"/>
              <a:t>, алгоритмічне формування ландшафту, блокова система побудови світу, оптимізація продуктивності (</a:t>
            </a:r>
            <a:r>
              <a:rPr lang="en-US" dirty="0"/>
              <a:t>level streaming</a:t>
            </a:r>
            <a:r>
              <a:rPr lang="uk-UA" dirty="0"/>
              <a:t>)</a:t>
            </a:r>
          </a:p>
          <a:p>
            <a:pPr marL="114300" indent="0">
              <a:buNone/>
            </a:pPr>
            <a:endParaRPr lang="uk-UA" dirty="0"/>
          </a:p>
          <a:p>
            <a:pPr marL="114300" indent="0">
              <a:buNone/>
            </a:pPr>
            <a:r>
              <a:rPr lang="uk-UA" dirty="0"/>
              <a:t>Послідовність: аналіз предметної області, проєктування архітектури системи, реалізація генерації світу, реалізація блокової системи, оптимізація та інтеграція, тестування і виправлення помилок </a:t>
            </a:r>
          </a:p>
          <a:p>
            <a:pPr marL="114300" indent="0">
              <a:buNone/>
            </a:pPr>
            <a:endParaRPr lang="uk-UA" dirty="0"/>
          </a:p>
          <a:p>
            <a:pPr marL="114300" indent="0">
              <a:buNone/>
            </a:pPr>
            <a:r>
              <a:rPr lang="uk-UA" dirty="0"/>
              <a:t>Технології: </a:t>
            </a:r>
            <a:r>
              <a:rPr lang="en-US" dirty="0"/>
              <a:t>Unreal Engine 5</a:t>
            </a:r>
            <a:r>
              <a:rPr lang="uk-UA" dirty="0"/>
              <a:t>, </a:t>
            </a:r>
            <a:r>
              <a:rPr lang="en-US" dirty="0"/>
              <a:t>C++</a:t>
            </a:r>
            <a:r>
              <a:rPr lang="uk-UA" dirty="0"/>
              <a:t>, </a:t>
            </a:r>
            <a:r>
              <a:rPr lang="en-US" dirty="0"/>
              <a:t>Blueprint System</a:t>
            </a:r>
            <a:r>
              <a:rPr lang="uk-UA" dirty="0"/>
              <a:t>, </a:t>
            </a:r>
            <a:r>
              <a:rPr lang="en-US" dirty="0"/>
              <a:t>Procedural Content Generation (PCG)</a:t>
            </a:r>
            <a:r>
              <a:rPr lang="uk-UA" dirty="0"/>
              <a:t>, </a:t>
            </a:r>
            <a:r>
              <a:rPr lang="en-US" dirty="0"/>
              <a:t>Level Streaming</a:t>
            </a:r>
          </a:p>
        </p:txBody>
      </p:sp>
      <p:pic>
        <p:nvPicPr>
          <p:cNvPr id="115" name="Google Shape;115;p20"/>
          <p:cNvPicPr preferRelativeResize="0"/>
          <p:nvPr/>
        </p:nvPicPr>
        <p:blipFill>
          <a:blip r:embed="rId3">
            <a:alphaModFix/>
          </a:blip>
          <a:stretch>
            <a:fillRect/>
          </a:stretch>
        </p:blipFill>
        <p:spPr>
          <a:xfrm>
            <a:off x="268925" y="4359500"/>
            <a:ext cx="862250" cy="581750"/>
          </a:xfrm>
          <a:prstGeom prst="rect">
            <a:avLst/>
          </a:prstGeom>
          <a:noFill/>
          <a:ln>
            <a:noFill/>
          </a:ln>
        </p:spPr>
      </p:pic>
      <p:sp>
        <p:nvSpPr>
          <p:cNvPr id="2" name="TextBox 1">
            <a:extLst>
              <a:ext uri="{FF2B5EF4-FFF2-40B4-BE49-F238E27FC236}">
                <a16:creationId xmlns:a16="http://schemas.microsoft.com/office/drawing/2014/main" id="{E8624834-013E-7249-F488-C816A0DA9355}"/>
              </a:ext>
            </a:extLst>
          </p:cNvPr>
          <p:cNvSpPr txBox="1"/>
          <p:nvPr/>
        </p:nvSpPr>
        <p:spPr>
          <a:xfrm>
            <a:off x="8778240" y="4606349"/>
            <a:ext cx="284052" cy="307777"/>
          </a:xfrm>
          <a:prstGeom prst="rect">
            <a:avLst/>
          </a:prstGeom>
          <a:noFill/>
        </p:spPr>
        <p:txBody>
          <a:bodyPr wrap="none" rtlCol="0">
            <a:spAutoFit/>
          </a:bodyPr>
          <a:lstStyle/>
          <a:p>
            <a:fld id="{A35EEF41-5B9E-4186-8855-3C8162DCC2D6}" type="slidenum">
              <a:rPr lang="uk-UA" smtClean="0"/>
              <a:t>8</a:t>
            </a:fld>
            <a:endParaRPr lang="uk-UA"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19"/>
        <p:cNvGrpSpPr/>
        <p:nvPr/>
      </p:nvGrpSpPr>
      <p:grpSpPr>
        <a:xfrm>
          <a:off x="0" y="0"/>
          <a:ext cx="0" cy="0"/>
          <a:chOff x="0" y="0"/>
          <a:chExt cx="0" cy="0"/>
        </a:xfrm>
      </p:grpSpPr>
      <p:sp>
        <p:nvSpPr>
          <p:cNvPr id="120" name="Google Shape;120;p21"/>
          <p:cNvSpPr txBox="1">
            <a:spLocks noGrp="1"/>
          </p:cNvSpPr>
          <p:nvPr>
            <p:ph type="title"/>
          </p:nvPr>
        </p:nvSpPr>
        <p:spPr>
          <a:xfrm>
            <a:off x="268925" y="-152998"/>
            <a:ext cx="8520600" cy="831300"/>
          </a:xfrm>
          <a:prstGeom prst="rect">
            <a:avLst/>
          </a:prstGeom>
        </p:spPr>
        <p:txBody>
          <a:bodyPr spcFirstLastPara="1" wrap="square" lIns="91425" tIns="91425" rIns="91425" bIns="91425" anchor="b" anchorCtr="0">
            <a:normAutofit/>
          </a:bodyPr>
          <a:lstStyle/>
          <a:p>
            <a:pPr marL="0" lvl="0" indent="0" algn="l" rtl="0">
              <a:spcBef>
                <a:spcPts val="0"/>
              </a:spcBef>
              <a:spcAft>
                <a:spcPts val="0"/>
              </a:spcAft>
              <a:buNone/>
            </a:pPr>
            <a:r>
              <a:rPr lang="uk" sz="3200" dirty="0"/>
              <a:t>Приклад реалізації</a:t>
            </a:r>
            <a:endParaRPr sz="3200" dirty="0"/>
          </a:p>
        </p:txBody>
      </p:sp>
      <p:pic>
        <p:nvPicPr>
          <p:cNvPr id="122" name="Google Shape;122;p21"/>
          <p:cNvPicPr preferRelativeResize="0"/>
          <p:nvPr/>
        </p:nvPicPr>
        <p:blipFill>
          <a:blip r:embed="rId3">
            <a:alphaModFix/>
          </a:blip>
          <a:stretch>
            <a:fillRect/>
          </a:stretch>
        </p:blipFill>
        <p:spPr>
          <a:xfrm>
            <a:off x="268925" y="4359500"/>
            <a:ext cx="862250" cy="581750"/>
          </a:xfrm>
          <a:prstGeom prst="rect">
            <a:avLst/>
          </a:prstGeom>
          <a:noFill/>
          <a:ln>
            <a:noFill/>
          </a:ln>
        </p:spPr>
      </p:pic>
      <p:sp>
        <p:nvSpPr>
          <p:cNvPr id="2" name="TextBox 1">
            <a:extLst>
              <a:ext uri="{FF2B5EF4-FFF2-40B4-BE49-F238E27FC236}">
                <a16:creationId xmlns:a16="http://schemas.microsoft.com/office/drawing/2014/main" id="{68800C66-AABB-EFA8-12F4-0C56A1243712}"/>
              </a:ext>
            </a:extLst>
          </p:cNvPr>
          <p:cNvSpPr txBox="1"/>
          <p:nvPr/>
        </p:nvSpPr>
        <p:spPr>
          <a:xfrm>
            <a:off x="8778240" y="4606349"/>
            <a:ext cx="284052" cy="307777"/>
          </a:xfrm>
          <a:prstGeom prst="rect">
            <a:avLst/>
          </a:prstGeom>
          <a:noFill/>
        </p:spPr>
        <p:txBody>
          <a:bodyPr wrap="none" rtlCol="0">
            <a:spAutoFit/>
          </a:bodyPr>
          <a:lstStyle/>
          <a:p>
            <a:fld id="{A35EEF41-5B9E-4186-8855-3C8162DCC2D6}" type="slidenum">
              <a:rPr lang="uk-UA" smtClean="0"/>
              <a:t>9</a:t>
            </a:fld>
            <a:endParaRPr lang="uk-UA" dirty="0"/>
          </a:p>
        </p:txBody>
      </p:sp>
      <p:pic>
        <p:nvPicPr>
          <p:cNvPr id="5" name="Picture 4">
            <a:extLst>
              <a:ext uri="{FF2B5EF4-FFF2-40B4-BE49-F238E27FC236}">
                <a16:creationId xmlns:a16="http://schemas.microsoft.com/office/drawing/2014/main" id="{B7FA6A8F-36EA-4738-B0B6-D508C7F42446}"/>
              </a:ext>
            </a:extLst>
          </p:cNvPr>
          <p:cNvPicPr>
            <a:picLocks noChangeAspect="1"/>
          </p:cNvPicPr>
          <p:nvPr/>
        </p:nvPicPr>
        <p:blipFill>
          <a:blip r:embed="rId4"/>
          <a:stretch>
            <a:fillRect/>
          </a:stretch>
        </p:blipFill>
        <p:spPr>
          <a:xfrm>
            <a:off x="707075" y="905443"/>
            <a:ext cx="3496925" cy="2894194"/>
          </a:xfrm>
          <a:prstGeom prst="rect">
            <a:avLst/>
          </a:prstGeom>
        </p:spPr>
      </p:pic>
      <p:pic>
        <p:nvPicPr>
          <p:cNvPr id="6" name="Picture 5">
            <a:extLst>
              <a:ext uri="{FF2B5EF4-FFF2-40B4-BE49-F238E27FC236}">
                <a16:creationId xmlns:a16="http://schemas.microsoft.com/office/drawing/2014/main" id="{DDD4529B-B160-4C56-BC1E-0B487E17A44A}"/>
              </a:ext>
            </a:extLst>
          </p:cNvPr>
          <p:cNvPicPr>
            <a:picLocks noChangeAspect="1"/>
          </p:cNvPicPr>
          <p:nvPr/>
        </p:nvPicPr>
        <p:blipFill>
          <a:blip r:embed="rId5"/>
          <a:stretch>
            <a:fillRect/>
          </a:stretch>
        </p:blipFill>
        <p:spPr>
          <a:xfrm>
            <a:off x="4360438" y="914968"/>
            <a:ext cx="4179677" cy="2879333"/>
          </a:xfrm>
          <a:prstGeom prst="rect">
            <a:avLst/>
          </a:prstGeom>
        </p:spPr>
      </p:pic>
      <p:sp>
        <p:nvSpPr>
          <p:cNvPr id="10" name="Google Shape;100;p18">
            <a:extLst>
              <a:ext uri="{FF2B5EF4-FFF2-40B4-BE49-F238E27FC236}">
                <a16:creationId xmlns:a16="http://schemas.microsoft.com/office/drawing/2014/main" id="{197458C9-E528-4877-86EB-70B017175F39}"/>
              </a:ext>
            </a:extLst>
          </p:cNvPr>
          <p:cNvSpPr txBox="1">
            <a:spLocks noGrp="1"/>
          </p:cNvSpPr>
          <p:nvPr>
            <p:ph type="body" idx="1"/>
          </p:nvPr>
        </p:nvSpPr>
        <p:spPr>
          <a:xfrm>
            <a:off x="268925" y="3600450"/>
            <a:ext cx="8520600" cy="1104901"/>
          </a:xfrm>
          <a:prstGeom prst="rect">
            <a:avLst/>
          </a:prstGeom>
        </p:spPr>
        <p:txBody>
          <a:bodyPr spcFirstLastPara="1" wrap="square" lIns="91425" tIns="91425" rIns="91425" bIns="91425" anchor="t" anchorCtr="0">
            <a:normAutofit/>
          </a:bodyPr>
          <a:lstStyle/>
          <a:p>
            <a:pPr marL="0" lvl="0" indent="0" algn="ctr">
              <a:spcBef>
                <a:spcPts val="1500"/>
              </a:spcBef>
              <a:buNone/>
            </a:pPr>
            <a:r>
              <a:rPr lang="uk-UA" dirty="0">
                <a:latin typeface="Open Sans" panose="020B0606030504020204" pitchFamily="34" charset="0"/>
                <a:ea typeface="Open Sans" panose="020B0606030504020204" pitchFamily="34" charset="0"/>
                <a:cs typeface="Open Sans" panose="020B0606030504020204" pitchFamily="34" charset="0"/>
              </a:rPr>
              <a:t>Реалізація</a:t>
            </a:r>
            <a:r>
              <a:rPr lang="uk-UA" dirty="0">
                <a:latin typeface="Times New Roman" panose="02020603050405020304" pitchFamily="18" charset="0"/>
                <a:cs typeface="Times New Roman" panose="02020603050405020304" pitchFamily="18" charset="0"/>
              </a:rPr>
              <a:t> підсистеми заповнення тайлів фону печер</a:t>
            </a:r>
            <a:endParaRPr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26"/>
        <p:cNvGrpSpPr/>
        <p:nvPr/>
      </p:nvGrpSpPr>
      <p:grpSpPr>
        <a:xfrm>
          <a:off x="0" y="0"/>
          <a:ext cx="0" cy="0"/>
          <a:chOff x="0" y="0"/>
          <a:chExt cx="0" cy="0"/>
        </a:xfrm>
      </p:grpSpPr>
      <p:sp>
        <p:nvSpPr>
          <p:cNvPr id="127" name="Google Shape;127;p22"/>
          <p:cNvSpPr txBox="1">
            <a:spLocks noGrp="1"/>
          </p:cNvSpPr>
          <p:nvPr>
            <p:ph type="title"/>
          </p:nvPr>
        </p:nvSpPr>
        <p:spPr>
          <a:xfrm>
            <a:off x="268925" y="-143620"/>
            <a:ext cx="8520600" cy="831300"/>
          </a:xfrm>
          <a:prstGeom prst="rect">
            <a:avLst/>
          </a:prstGeom>
        </p:spPr>
        <p:txBody>
          <a:bodyPr spcFirstLastPara="1" wrap="square" lIns="91425" tIns="91425" rIns="91425" bIns="91425" anchor="b" anchorCtr="0">
            <a:normAutofit/>
          </a:bodyPr>
          <a:lstStyle/>
          <a:p>
            <a:pPr marL="0" lvl="0" indent="0" algn="l" rtl="0">
              <a:spcBef>
                <a:spcPts val="0"/>
              </a:spcBef>
              <a:spcAft>
                <a:spcPts val="0"/>
              </a:spcAft>
              <a:buNone/>
            </a:pPr>
            <a:r>
              <a:rPr lang="uk" sz="3200" dirty="0"/>
              <a:t>Інтерфейс користувача </a:t>
            </a:r>
            <a:endParaRPr sz="3200" dirty="0"/>
          </a:p>
        </p:txBody>
      </p:sp>
      <p:pic>
        <p:nvPicPr>
          <p:cNvPr id="129" name="Google Shape;129;p22"/>
          <p:cNvPicPr preferRelativeResize="0"/>
          <p:nvPr/>
        </p:nvPicPr>
        <p:blipFill>
          <a:blip r:embed="rId3">
            <a:alphaModFix/>
          </a:blip>
          <a:stretch>
            <a:fillRect/>
          </a:stretch>
        </p:blipFill>
        <p:spPr>
          <a:xfrm>
            <a:off x="268925" y="4359500"/>
            <a:ext cx="862250" cy="581750"/>
          </a:xfrm>
          <a:prstGeom prst="rect">
            <a:avLst/>
          </a:prstGeom>
          <a:noFill/>
          <a:ln>
            <a:noFill/>
          </a:ln>
        </p:spPr>
      </p:pic>
      <p:sp>
        <p:nvSpPr>
          <p:cNvPr id="2" name="TextBox 1">
            <a:extLst>
              <a:ext uri="{FF2B5EF4-FFF2-40B4-BE49-F238E27FC236}">
                <a16:creationId xmlns:a16="http://schemas.microsoft.com/office/drawing/2014/main" id="{A28D948D-369C-B702-98D8-76BFF8794D17}"/>
              </a:ext>
            </a:extLst>
          </p:cNvPr>
          <p:cNvSpPr txBox="1"/>
          <p:nvPr/>
        </p:nvSpPr>
        <p:spPr>
          <a:xfrm>
            <a:off x="8778240" y="4606349"/>
            <a:ext cx="284052" cy="307777"/>
          </a:xfrm>
          <a:prstGeom prst="rect">
            <a:avLst/>
          </a:prstGeom>
          <a:noFill/>
        </p:spPr>
        <p:txBody>
          <a:bodyPr wrap="none" rtlCol="0">
            <a:spAutoFit/>
          </a:bodyPr>
          <a:lstStyle/>
          <a:p>
            <a:fld id="{A35EEF41-5B9E-4186-8855-3C8162DCC2D6}" type="slidenum">
              <a:rPr lang="uk-UA" smtClean="0"/>
              <a:t>10</a:t>
            </a:fld>
            <a:endParaRPr lang="uk-UA" dirty="0"/>
          </a:p>
        </p:txBody>
      </p:sp>
      <p:pic>
        <p:nvPicPr>
          <p:cNvPr id="5" name="Picture 4">
            <a:extLst>
              <a:ext uri="{FF2B5EF4-FFF2-40B4-BE49-F238E27FC236}">
                <a16:creationId xmlns:a16="http://schemas.microsoft.com/office/drawing/2014/main" id="{13B43F07-F30D-4F49-B35F-3032F0E806C7}"/>
              </a:ext>
            </a:extLst>
          </p:cNvPr>
          <p:cNvPicPr>
            <a:picLocks noChangeAspect="1"/>
          </p:cNvPicPr>
          <p:nvPr/>
        </p:nvPicPr>
        <p:blipFill rotWithShape="1">
          <a:blip r:embed="rId4"/>
          <a:srcRect l="27481" r="27939"/>
          <a:stretch/>
        </p:blipFill>
        <p:spPr>
          <a:xfrm>
            <a:off x="343132" y="1356482"/>
            <a:ext cx="2428342" cy="2552104"/>
          </a:xfrm>
          <a:prstGeom prst="rect">
            <a:avLst/>
          </a:prstGeom>
        </p:spPr>
      </p:pic>
      <p:pic>
        <p:nvPicPr>
          <p:cNvPr id="6" name="Picture 5">
            <a:extLst>
              <a:ext uri="{FF2B5EF4-FFF2-40B4-BE49-F238E27FC236}">
                <a16:creationId xmlns:a16="http://schemas.microsoft.com/office/drawing/2014/main" id="{2D98BED5-DE3D-4F21-AFC4-8147E3999D56}"/>
              </a:ext>
            </a:extLst>
          </p:cNvPr>
          <p:cNvPicPr>
            <a:picLocks noChangeAspect="1"/>
          </p:cNvPicPr>
          <p:nvPr/>
        </p:nvPicPr>
        <p:blipFill>
          <a:blip r:embed="rId5"/>
          <a:stretch>
            <a:fillRect/>
          </a:stretch>
        </p:blipFill>
        <p:spPr>
          <a:xfrm>
            <a:off x="2857026" y="1356484"/>
            <a:ext cx="1946229" cy="2540672"/>
          </a:xfrm>
          <a:prstGeom prst="rect">
            <a:avLst/>
          </a:prstGeom>
        </p:spPr>
      </p:pic>
      <p:pic>
        <p:nvPicPr>
          <p:cNvPr id="7" name="Picture 6">
            <a:extLst>
              <a:ext uri="{FF2B5EF4-FFF2-40B4-BE49-F238E27FC236}">
                <a16:creationId xmlns:a16="http://schemas.microsoft.com/office/drawing/2014/main" id="{C0B1232B-4AB8-4CAB-883A-FF5D2C94745C}"/>
              </a:ext>
            </a:extLst>
          </p:cNvPr>
          <p:cNvPicPr>
            <a:picLocks noChangeAspect="1"/>
          </p:cNvPicPr>
          <p:nvPr/>
        </p:nvPicPr>
        <p:blipFill>
          <a:blip r:embed="rId6"/>
          <a:stretch>
            <a:fillRect/>
          </a:stretch>
        </p:blipFill>
        <p:spPr>
          <a:xfrm>
            <a:off x="4888810" y="1356482"/>
            <a:ext cx="2025869" cy="2581064"/>
          </a:xfrm>
          <a:prstGeom prst="rect">
            <a:avLst/>
          </a:prstGeom>
        </p:spPr>
      </p:pic>
      <p:pic>
        <p:nvPicPr>
          <p:cNvPr id="8" name="Picture 7">
            <a:extLst>
              <a:ext uri="{FF2B5EF4-FFF2-40B4-BE49-F238E27FC236}">
                <a16:creationId xmlns:a16="http://schemas.microsoft.com/office/drawing/2014/main" id="{07250AEC-0ED8-4A7B-AA9D-99E83C407097}"/>
              </a:ext>
            </a:extLst>
          </p:cNvPr>
          <p:cNvPicPr>
            <a:picLocks noChangeAspect="1"/>
          </p:cNvPicPr>
          <p:nvPr/>
        </p:nvPicPr>
        <p:blipFill rotWithShape="1">
          <a:blip r:embed="rId7"/>
          <a:srcRect t="14654"/>
          <a:stretch/>
        </p:blipFill>
        <p:spPr>
          <a:xfrm>
            <a:off x="7019394" y="1356482"/>
            <a:ext cx="1758846" cy="2581064"/>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26"/>
        <p:cNvGrpSpPr/>
        <p:nvPr/>
      </p:nvGrpSpPr>
      <p:grpSpPr>
        <a:xfrm>
          <a:off x="0" y="0"/>
          <a:ext cx="0" cy="0"/>
          <a:chOff x="0" y="0"/>
          <a:chExt cx="0" cy="0"/>
        </a:xfrm>
      </p:grpSpPr>
      <p:sp>
        <p:nvSpPr>
          <p:cNvPr id="127" name="Google Shape;127;p22"/>
          <p:cNvSpPr txBox="1">
            <a:spLocks noGrp="1"/>
          </p:cNvSpPr>
          <p:nvPr>
            <p:ph type="title"/>
          </p:nvPr>
        </p:nvSpPr>
        <p:spPr>
          <a:xfrm>
            <a:off x="268925" y="-143620"/>
            <a:ext cx="8520600" cy="831300"/>
          </a:xfrm>
          <a:prstGeom prst="rect">
            <a:avLst/>
          </a:prstGeom>
        </p:spPr>
        <p:txBody>
          <a:bodyPr spcFirstLastPara="1" wrap="square" lIns="91425" tIns="91425" rIns="91425" bIns="91425" anchor="b" anchorCtr="0">
            <a:normAutofit/>
          </a:bodyPr>
          <a:lstStyle/>
          <a:p>
            <a:pPr marL="0" lvl="0" indent="0" algn="l" rtl="0">
              <a:spcBef>
                <a:spcPts val="0"/>
              </a:spcBef>
              <a:spcAft>
                <a:spcPts val="0"/>
              </a:spcAft>
              <a:buNone/>
            </a:pPr>
            <a:r>
              <a:rPr lang="uk" sz="3200" dirty="0">
                <a:solidFill>
                  <a:schemeClr val="tx1"/>
                </a:solidFill>
              </a:rPr>
              <a:t>Тестування</a:t>
            </a:r>
            <a:endParaRPr sz="3200" dirty="0">
              <a:solidFill>
                <a:schemeClr val="tx1"/>
              </a:solidFill>
            </a:endParaRPr>
          </a:p>
        </p:txBody>
      </p:sp>
      <p:pic>
        <p:nvPicPr>
          <p:cNvPr id="129" name="Google Shape;129;p22"/>
          <p:cNvPicPr preferRelativeResize="0"/>
          <p:nvPr/>
        </p:nvPicPr>
        <p:blipFill>
          <a:blip r:embed="rId3">
            <a:alphaModFix/>
          </a:blip>
          <a:stretch>
            <a:fillRect/>
          </a:stretch>
        </p:blipFill>
        <p:spPr>
          <a:xfrm>
            <a:off x="268925" y="4359500"/>
            <a:ext cx="862250" cy="581750"/>
          </a:xfrm>
          <a:prstGeom prst="rect">
            <a:avLst/>
          </a:prstGeom>
          <a:noFill/>
          <a:ln>
            <a:noFill/>
          </a:ln>
        </p:spPr>
      </p:pic>
      <p:sp>
        <p:nvSpPr>
          <p:cNvPr id="2" name="TextBox 1">
            <a:extLst>
              <a:ext uri="{FF2B5EF4-FFF2-40B4-BE49-F238E27FC236}">
                <a16:creationId xmlns:a16="http://schemas.microsoft.com/office/drawing/2014/main" id="{A28D948D-369C-B702-98D8-76BFF8794D17}"/>
              </a:ext>
            </a:extLst>
          </p:cNvPr>
          <p:cNvSpPr txBox="1"/>
          <p:nvPr/>
        </p:nvSpPr>
        <p:spPr>
          <a:xfrm>
            <a:off x="8778240" y="4606349"/>
            <a:ext cx="284052" cy="307777"/>
          </a:xfrm>
          <a:prstGeom prst="rect">
            <a:avLst/>
          </a:prstGeom>
          <a:noFill/>
        </p:spPr>
        <p:txBody>
          <a:bodyPr wrap="none" rtlCol="0">
            <a:spAutoFit/>
          </a:bodyPr>
          <a:lstStyle/>
          <a:p>
            <a:fld id="{A35EEF41-5B9E-4186-8855-3C8162DCC2D6}" type="slidenum">
              <a:rPr lang="uk-UA" smtClean="0"/>
              <a:t>11</a:t>
            </a:fld>
            <a:endParaRPr lang="uk-UA" dirty="0"/>
          </a:p>
        </p:txBody>
      </p:sp>
      <p:pic>
        <p:nvPicPr>
          <p:cNvPr id="5" name="Picture 4">
            <a:extLst>
              <a:ext uri="{FF2B5EF4-FFF2-40B4-BE49-F238E27FC236}">
                <a16:creationId xmlns:a16="http://schemas.microsoft.com/office/drawing/2014/main" id="{084D5FE6-5243-4F6F-B00A-A2A2446F4485}"/>
              </a:ext>
            </a:extLst>
          </p:cNvPr>
          <p:cNvPicPr>
            <a:picLocks noChangeAspect="1"/>
          </p:cNvPicPr>
          <p:nvPr/>
        </p:nvPicPr>
        <p:blipFill>
          <a:blip r:embed="rId4"/>
          <a:stretch>
            <a:fillRect/>
          </a:stretch>
        </p:blipFill>
        <p:spPr>
          <a:xfrm>
            <a:off x="214777" y="1672637"/>
            <a:ext cx="5469255" cy="1798225"/>
          </a:xfrm>
          <a:prstGeom prst="rect">
            <a:avLst/>
          </a:prstGeom>
        </p:spPr>
      </p:pic>
      <p:pic>
        <p:nvPicPr>
          <p:cNvPr id="6" name="Picture 5">
            <a:extLst>
              <a:ext uri="{FF2B5EF4-FFF2-40B4-BE49-F238E27FC236}">
                <a16:creationId xmlns:a16="http://schemas.microsoft.com/office/drawing/2014/main" id="{5270EDC2-D16B-48B6-A8A0-32E6FB3724C1}"/>
              </a:ext>
            </a:extLst>
          </p:cNvPr>
          <p:cNvPicPr>
            <a:picLocks noChangeAspect="1"/>
          </p:cNvPicPr>
          <p:nvPr/>
        </p:nvPicPr>
        <p:blipFill rotWithShape="1">
          <a:blip r:embed="rId5"/>
          <a:srcRect l="64885" t="18123" r="893" b="30266"/>
          <a:stretch/>
        </p:blipFill>
        <p:spPr>
          <a:xfrm>
            <a:off x="5787000" y="1349447"/>
            <a:ext cx="3002525" cy="2444603"/>
          </a:xfrm>
          <a:prstGeom prst="rect">
            <a:avLst/>
          </a:prstGeom>
        </p:spPr>
      </p:pic>
      <p:sp>
        <p:nvSpPr>
          <p:cNvPr id="13" name="Google Shape;100;p18">
            <a:extLst>
              <a:ext uri="{FF2B5EF4-FFF2-40B4-BE49-F238E27FC236}">
                <a16:creationId xmlns:a16="http://schemas.microsoft.com/office/drawing/2014/main" id="{51BD9DD8-359F-4CEE-902C-7ECE41EBA56C}"/>
              </a:ext>
            </a:extLst>
          </p:cNvPr>
          <p:cNvSpPr txBox="1">
            <a:spLocks noGrp="1"/>
          </p:cNvSpPr>
          <p:nvPr>
            <p:ph type="body" idx="1"/>
          </p:nvPr>
        </p:nvSpPr>
        <p:spPr>
          <a:xfrm>
            <a:off x="-92809" y="3199340"/>
            <a:ext cx="5879809" cy="2512954"/>
          </a:xfrm>
          <a:prstGeom prst="rect">
            <a:avLst/>
          </a:prstGeom>
        </p:spPr>
        <p:txBody>
          <a:bodyPr spcFirstLastPara="1" wrap="square" lIns="91425" tIns="91425" rIns="91425" bIns="91425" anchor="t" anchorCtr="0">
            <a:normAutofit/>
          </a:bodyPr>
          <a:lstStyle/>
          <a:p>
            <a:pPr marL="0" lvl="0" indent="0" algn="ctr">
              <a:spcBef>
                <a:spcPts val="1500"/>
              </a:spcBef>
              <a:buNone/>
            </a:pPr>
            <a:r>
              <a:rPr lang="uk-UA" dirty="0">
                <a:latin typeface="Open Sans" panose="020B0606030504020204" pitchFamily="34" charset="0"/>
                <a:ea typeface="Open Sans" panose="020B0606030504020204" pitchFamily="34" charset="0"/>
                <a:cs typeface="Open Sans" panose="020B0606030504020204" pitchFamily="34" charset="0"/>
              </a:rPr>
              <a:t>Показники споживання процессорного часу в точці</a:t>
            </a:r>
            <a:r>
              <a:rPr lang="en-US" dirty="0">
                <a:latin typeface="Open Sans" panose="020B0606030504020204" pitchFamily="34" charset="0"/>
                <a:ea typeface="Open Sans" panose="020B0606030504020204" pitchFamily="34" charset="0"/>
                <a:cs typeface="Open Sans" panose="020B0606030504020204" pitchFamily="34" charset="0"/>
              </a:rPr>
              <a:t> </a:t>
            </a:r>
            <a:r>
              <a:rPr lang="uk-UA" dirty="0">
                <a:latin typeface="Open Sans" panose="020B0606030504020204" pitchFamily="34" charset="0"/>
                <a:ea typeface="Open Sans" panose="020B0606030504020204" pitchFamily="34" charset="0"/>
                <a:cs typeface="Open Sans" panose="020B0606030504020204" pitchFamily="34" charset="0"/>
              </a:rPr>
              <a:t>різкого падіння частоти кадрів</a:t>
            </a:r>
            <a:endParaRPr dirty="0">
              <a:latin typeface="Open Sans" panose="020B0606030504020204" pitchFamily="34" charset="0"/>
              <a:ea typeface="Open Sans" panose="020B0606030504020204" pitchFamily="34" charset="0"/>
              <a:cs typeface="Open Sans" panose="020B0606030504020204" pitchFamily="34" charset="0"/>
            </a:endParaRPr>
          </a:p>
        </p:txBody>
      </p:sp>
      <p:sp>
        <p:nvSpPr>
          <p:cNvPr id="14" name="Google Shape;100;p18">
            <a:extLst>
              <a:ext uri="{FF2B5EF4-FFF2-40B4-BE49-F238E27FC236}">
                <a16:creationId xmlns:a16="http://schemas.microsoft.com/office/drawing/2014/main" id="{FC6E7F53-6FAE-4AC0-9255-BAC7567D6951}"/>
              </a:ext>
            </a:extLst>
          </p:cNvPr>
          <p:cNvSpPr txBox="1">
            <a:spLocks/>
          </p:cNvSpPr>
          <p:nvPr/>
        </p:nvSpPr>
        <p:spPr>
          <a:xfrm>
            <a:off x="5684032" y="3525886"/>
            <a:ext cx="3182544" cy="2512954"/>
          </a:xfrm>
          <a:prstGeom prst="rect">
            <a:avLst/>
          </a:prstGeom>
          <a:noFill/>
          <a:ln>
            <a:noFill/>
          </a:ln>
        </p:spPr>
        <p:txBody>
          <a:bodyPr spcFirstLastPara="1" wrap="square" lIns="91425" tIns="91425" rIns="91425" bIns="91425" anchor="t" anchorCtr="0">
            <a:normAutofit/>
          </a:bodyPr>
          <a:lstStyle>
            <a:defPPr marR="0" lvl="0" algn="l" rtl="0">
              <a:lnSpc>
                <a:spcPct val="100000"/>
              </a:lnSpc>
              <a:spcBef>
                <a:spcPts val="0"/>
              </a:spcBef>
              <a:spcAft>
                <a:spcPts val="0"/>
              </a:spcAft>
            </a:defPPr>
            <a:lvl1pPr marL="457200" marR="0" lvl="0" indent="-342900" algn="l" rtl="0" eaLnBrk="1" hangingPunct="1">
              <a:lnSpc>
                <a:spcPct val="115000"/>
              </a:lnSpc>
              <a:spcBef>
                <a:spcPts val="0"/>
              </a:spcBef>
              <a:spcAft>
                <a:spcPts val="0"/>
              </a:spcAft>
              <a:buClr>
                <a:schemeClr val="dk1"/>
              </a:buClr>
              <a:buSzPts val="1800"/>
              <a:buFont typeface="Open Sans"/>
              <a:buChar char="●"/>
              <a:defRPr sz="1800" b="0" i="0" u="none" strike="noStrike" cap="none">
                <a:solidFill>
                  <a:schemeClr val="dk1"/>
                </a:solidFill>
                <a:latin typeface="Open Sans"/>
                <a:ea typeface="Open Sans"/>
                <a:cs typeface="Open Sans"/>
                <a:sym typeface="Open Sans"/>
              </a:defRPr>
            </a:lvl1pPr>
            <a:lvl2pPr marL="914400" marR="0" lvl="1" indent="-317500" algn="l" rtl="0" eaLnBrk="1" hangingPunct="1">
              <a:lnSpc>
                <a:spcPct val="115000"/>
              </a:lnSpc>
              <a:spcBef>
                <a:spcPts val="0"/>
              </a:spcBef>
              <a:spcAft>
                <a:spcPts val="0"/>
              </a:spcAft>
              <a:buClr>
                <a:schemeClr val="dk1"/>
              </a:buClr>
              <a:buSzPts val="1400"/>
              <a:buFont typeface="Open Sans"/>
              <a:buChar char="○"/>
              <a:defRPr sz="1400" b="0" i="0" u="none" strike="noStrike" cap="none">
                <a:solidFill>
                  <a:schemeClr val="dk1"/>
                </a:solidFill>
                <a:latin typeface="Open Sans"/>
                <a:ea typeface="Open Sans"/>
                <a:cs typeface="Open Sans"/>
                <a:sym typeface="Open Sans"/>
              </a:defRPr>
            </a:lvl2pPr>
            <a:lvl3pPr marL="1371600" marR="0" lvl="2" indent="-317500" algn="l" rtl="0" eaLnBrk="1" hangingPunct="1">
              <a:lnSpc>
                <a:spcPct val="115000"/>
              </a:lnSpc>
              <a:spcBef>
                <a:spcPts val="0"/>
              </a:spcBef>
              <a:spcAft>
                <a:spcPts val="0"/>
              </a:spcAft>
              <a:buClr>
                <a:schemeClr val="dk1"/>
              </a:buClr>
              <a:buSzPts val="1400"/>
              <a:buFont typeface="Open Sans"/>
              <a:buChar char="■"/>
              <a:defRPr sz="1400" b="0" i="0" u="none" strike="noStrike" cap="none">
                <a:solidFill>
                  <a:schemeClr val="dk1"/>
                </a:solidFill>
                <a:latin typeface="Open Sans"/>
                <a:ea typeface="Open Sans"/>
                <a:cs typeface="Open Sans"/>
                <a:sym typeface="Open Sans"/>
              </a:defRPr>
            </a:lvl3pPr>
            <a:lvl4pPr marL="1828800" marR="0" lvl="3" indent="-317500" algn="l" rtl="0" eaLnBrk="1" hangingPunct="1">
              <a:lnSpc>
                <a:spcPct val="115000"/>
              </a:lnSpc>
              <a:spcBef>
                <a:spcPts val="0"/>
              </a:spcBef>
              <a:spcAft>
                <a:spcPts val="0"/>
              </a:spcAft>
              <a:buClr>
                <a:schemeClr val="dk1"/>
              </a:buClr>
              <a:buSzPts val="1400"/>
              <a:buFont typeface="Open Sans"/>
              <a:buChar char="●"/>
              <a:defRPr sz="1400" b="0" i="0" u="none" strike="noStrike" cap="none">
                <a:solidFill>
                  <a:schemeClr val="dk1"/>
                </a:solidFill>
                <a:latin typeface="Open Sans"/>
                <a:ea typeface="Open Sans"/>
                <a:cs typeface="Open Sans"/>
                <a:sym typeface="Open Sans"/>
              </a:defRPr>
            </a:lvl4pPr>
            <a:lvl5pPr marL="2286000" marR="0" lvl="4" indent="-317500" algn="l" rtl="0" eaLnBrk="1" hangingPunct="1">
              <a:lnSpc>
                <a:spcPct val="115000"/>
              </a:lnSpc>
              <a:spcBef>
                <a:spcPts val="0"/>
              </a:spcBef>
              <a:spcAft>
                <a:spcPts val="0"/>
              </a:spcAft>
              <a:buClr>
                <a:schemeClr val="dk1"/>
              </a:buClr>
              <a:buSzPts val="1400"/>
              <a:buFont typeface="Open Sans"/>
              <a:buChar char="○"/>
              <a:defRPr sz="1400" b="0" i="0" u="none" strike="noStrike" cap="none">
                <a:solidFill>
                  <a:schemeClr val="dk1"/>
                </a:solidFill>
                <a:latin typeface="Open Sans"/>
                <a:ea typeface="Open Sans"/>
                <a:cs typeface="Open Sans"/>
                <a:sym typeface="Open Sans"/>
              </a:defRPr>
            </a:lvl5pPr>
            <a:lvl6pPr marL="2743200" marR="0" lvl="5" indent="-317500" algn="l" rtl="0" eaLnBrk="1" hangingPunct="1">
              <a:lnSpc>
                <a:spcPct val="115000"/>
              </a:lnSpc>
              <a:spcBef>
                <a:spcPts val="0"/>
              </a:spcBef>
              <a:spcAft>
                <a:spcPts val="0"/>
              </a:spcAft>
              <a:buClr>
                <a:schemeClr val="dk1"/>
              </a:buClr>
              <a:buSzPts val="1400"/>
              <a:buFont typeface="Open Sans"/>
              <a:buChar char="■"/>
              <a:defRPr sz="1400" b="0" i="0" u="none" strike="noStrike" cap="none">
                <a:solidFill>
                  <a:schemeClr val="dk1"/>
                </a:solidFill>
                <a:latin typeface="Open Sans"/>
                <a:ea typeface="Open Sans"/>
                <a:cs typeface="Open Sans"/>
                <a:sym typeface="Open Sans"/>
              </a:defRPr>
            </a:lvl6pPr>
            <a:lvl7pPr marL="3200400" marR="0" lvl="6" indent="-317500" algn="l" rtl="0" eaLnBrk="1" hangingPunct="1">
              <a:lnSpc>
                <a:spcPct val="115000"/>
              </a:lnSpc>
              <a:spcBef>
                <a:spcPts val="0"/>
              </a:spcBef>
              <a:spcAft>
                <a:spcPts val="0"/>
              </a:spcAft>
              <a:buClr>
                <a:schemeClr val="dk1"/>
              </a:buClr>
              <a:buSzPts val="1400"/>
              <a:buFont typeface="Open Sans"/>
              <a:buChar char="●"/>
              <a:defRPr sz="1400" b="0" i="0" u="none" strike="noStrike" cap="none">
                <a:solidFill>
                  <a:schemeClr val="dk1"/>
                </a:solidFill>
                <a:latin typeface="Open Sans"/>
                <a:ea typeface="Open Sans"/>
                <a:cs typeface="Open Sans"/>
                <a:sym typeface="Open Sans"/>
              </a:defRPr>
            </a:lvl7pPr>
            <a:lvl8pPr marL="3657600" marR="0" lvl="7" indent="-317500" algn="l" rtl="0" eaLnBrk="1" hangingPunct="1">
              <a:lnSpc>
                <a:spcPct val="115000"/>
              </a:lnSpc>
              <a:spcBef>
                <a:spcPts val="0"/>
              </a:spcBef>
              <a:spcAft>
                <a:spcPts val="0"/>
              </a:spcAft>
              <a:buClr>
                <a:schemeClr val="dk1"/>
              </a:buClr>
              <a:buSzPts val="1400"/>
              <a:buFont typeface="Open Sans"/>
              <a:buChar char="○"/>
              <a:defRPr sz="1400" b="0" i="0" u="none" strike="noStrike" cap="none">
                <a:solidFill>
                  <a:schemeClr val="dk1"/>
                </a:solidFill>
                <a:latin typeface="Open Sans"/>
                <a:ea typeface="Open Sans"/>
                <a:cs typeface="Open Sans"/>
                <a:sym typeface="Open Sans"/>
              </a:defRPr>
            </a:lvl8pPr>
            <a:lvl9pPr marL="4114800" marR="0" lvl="8" indent="-317500" algn="l" rtl="0" eaLnBrk="1" hangingPunct="1">
              <a:lnSpc>
                <a:spcPct val="115000"/>
              </a:lnSpc>
              <a:spcBef>
                <a:spcPts val="0"/>
              </a:spcBef>
              <a:spcAft>
                <a:spcPts val="0"/>
              </a:spcAft>
              <a:buClr>
                <a:schemeClr val="dk1"/>
              </a:buClr>
              <a:buSzPts val="1400"/>
              <a:buFont typeface="Open Sans"/>
              <a:buChar char="■"/>
              <a:defRPr sz="1400" b="0" i="0" u="none" strike="noStrike" cap="none">
                <a:solidFill>
                  <a:schemeClr val="dk1"/>
                </a:solidFill>
                <a:latin typeface="Open Sans"/>
                <a:ea typeface="Open Sans"/>
                <a:cs typeface="Open Sans"/>
                <a:sym typeface="Open Sans"/>
              </a:defRPr>
            </a:lvl9pPr>
          </a:lstStyle>
          <a:p>
            <a:pPr marL="0" indent="0" algn="ctr">
              <a:spcBef>
                <a:spcPts val="1500"/>
              </a:spcBef>
              <a:buFont typeface="Open Sans"/>
              <a:buNone/>
            </a:pPr>
            <a:r>
              <a:rPr lang="ru-RU" dirty="0">
                <a:latin typeface="Open Sans" panose="020B0606030504020204" pitchFamily="34" charset="0"/>
                <a:ea typeface="Open Sans" panose="020B0606030504020204" pitchFamily="34" charset="0"/>
                <a:cs typeface="Open Sans" panose="020B0606030504020204" pitchFamily="34" charset="0"/>
              </a:rPr>
              <a:t>Показники</a:t>
            </a:r>
            <a:r>
              <a:rPr lang="ru-RU" dirty="0">
                <a:latin typeface="Times New Roman" panose="02020603050405020304" pitchFamily="18" charset="0"/>
                <a:cs typeface="Times New Roman" panose="02020603050405020304" pitchFamily="18" charset="0"/>
              </a:rPr>
              <a:t> споживання процессорного</a:t>
            </a:r>
            <a:r>
              <a:rPr lang="en-US" dirty="0">
                <a:latin typeface="Times New Roman" panose="02020603050405020304" pitchFamily="18" charset="0"/>
                <a:cs typeface="Times New Roman" panose="02020603050405020304" pitchFamily="18" charset="0"/>
              </a:rPr>
              <a:t> </a:t>
            </a:r>
            <a:r>
              <a:rPr lang="uk-UA" dirty="0">
                <a:latin typeface="Times New Roman" panose="02020603050405020304" pitchFamily="18" charset="0"/>
                <a:cs typeface="Times New Roman" panose="02020603050405020304" pitchFamily="18" charset="0"/>
              </a:rPr>
              <a:t>часу модулями генератора</a:t>
            </a:r>
            <a:endParaRPr lang="ru-RU"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942211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33"/>
        <p:cNvGrpSpPr/>
        <p:nvPr/>
      </p:nvGrpSpPr>
      <p:grpSpPr>
        <a:xfrm>
          <a:off x="0" y="0"/>
          <a:ext cx="0" cy="0"/>
          <a:chOff x="0" y="0"/>
          <a:chExt cx="0" cy="0"/>
        </a:xfrm>
      </p:grpSpPr>
      <p:sp>
        <p:nvSpPr>
          <p:cNvPr id="134" name="Google Shape;134;p23"/>
          <p:cNvSpPr txBox="1">
            <a:spLocks noGrp="1"/>
          </p:cNvSpPr>
          <p:nvPr>
            <p:ph type="title"/>
          </p:nvPr>
        </p:nvSpPr>
        <p:spPr>
          <a:xfrm>
            <a:off x="268925" y="-186276"/>
            <a:ext cx="8520600" cy="831300"/>
          </a:xfrm>
          <a:prstGeom prst="rect">
            <a:avLst/>
          </a:prstGeom>
        </p:spPr>
        <p:txBody>
          <a:bodyPr spcFirstLastPara="1" wrap="square" lIns="91425" tIns="91425" rIns="91425" bIns="91425" anchor="b" anchorCtr="0">
            <a:normAutofit/>
          </a:bodyPr>
          <a:lstStyle/>
          <a:p>
            <a:pPr marL="0" lvl="0" indent="0" algn="l" rtl="0">
              <a:spcBef>
                <a:spcPts val="0"/>
              </a:spcBef>
              <a:spcAft>
                <a:spcPts val="0"/>
              </a:spcAft>
              <a:buNone/>
            </a:pPr>
            <a:r>
              <a:rPr lang="uk" sz="3200" dirty="0"/>
              <a:t>Публікація результатів </a:t>
            </a:r>
            <a:endParaRPr sz="3200" dirty="0"/>
          </a:p>
        </p:txBody>
      </p:sp>
      <p:pic>
        <p:nvPicPr>
          <p:cNvPr id="136" name="Google Shape;136;p23"/>
          <p:cNvPicPr preferRelativeResize="0"/>
          <p:nvPr/>
        </p:nvPicPr>
        <p:blipFill>
          <a:blip r:embed="rId3">
            <a:alphaModFix/>
          </a:blip>
          <a:stretch>
            <a:fillRect/>
          </a:stretch>
        </p:blipFill>
        <p:spPr>
          <a:xfrm>
            <a:off x="268925" y="4359500"/>
            <a:ext cx="862250" cy="581750"/>
          </a:xfrm>
          <a:prstGeom prst="rect">
            <a:avLst/>
          </a:prstGeom>
          <a:noFill/>
          <a:ln>
            <a:noFill/>
          </a:ln>
        </p:spPr>
      </p:pic>
      <p:sp>
        <p:nvSpPr>
          <p:cNvPr id="2" name="TextBox 1">
            <a:extLst>
              <a:ext uri="{FF2B5EF4-FFF2-40B4-BE49-F238E27FC236}">
                <a16:creationId xmlns:a16="http://schemas.microsoft.com/office/drawing/2014/main" id="{5BB10B47-7B7A-16D3-B2F7-7BCD981C8FD9}"/>
              </a:ext>
            </a:extLst>
          </p:cNvPr>
          <p:cNvSpPr txBox="1"/>
          <p:nvPr/>
        </p:nvSpPr>
        <p:spPr>
          <a:xfrm>
            <a:off x="8778240" y="4606349"/>
            <a:ext cx="284052" cy="307777"/>
          </a:xfrm>
          <a:prstGeom prst="rect">
            <a:avLst/>
          </a:prstGeom>
          <a:noFill/>
        </p:spPr>
        <p:txBody>
          <a:bodyPr wrap="none" rtlCol="0">
            <a:spAutoFit/>
          </a:bodyPr>
          <a:lstStyle/>
          <a:p>
            <a:fld id="{A35EEF41-5B9E-4186-8855-3C8162DCC2D6}" type="slidenum">
              <a:rPr lang="uk-UA" smtClean="0"/>
              <a:t>12</a:t>
            </a:fld>
            <a:endParaRPr lang="uk-UA" dirty="0"/>
          </a:p>
        </p:txBody>
      </p:sp>
      <p:pic>
        <p:nvPicPr>
          <p:cNvPr id="6" name="Рисунок 5">
            <a:extLst>
              <a:ext uri="{FF2B5EF4-FFF2-40B4-BE49-F238E27FC236}">
                <a16:creationId xmlns:a16="http://schemas.microsoft.com/office/drawing/2014/main" id="{7286C1F0-AF7A-69B6-F0B0-12698DE5AEE8}"/>
              </a:ext>
            </a:extLst>
          </p:cNvPr>
          <p:cNvPicPr>
            <a:picLocks noChangeAspect="1"/>
          </p:cNvPicPr>
          <p:nvPr/>
        </p:nvPicPr>
        <p:blipFill>
          <a:blip r:embed="rId4"/>
          <a:stretch>
            <a:fillRect/>
          </a:stretch>
        </p:blipFill>
        <p:spPr>
          <a:xfrm>
            <a:off x="1271910" y="635695"/>
            <a:ext cx="2829609" cy="3970654"/>
          </a:xfrm>
          <a:prstGeom prst="rect">
            <a:avLst/>
          </a:prstGeom>
        </p:spPr>
      </p:pic>
      <p:pic>
        <p:nvPicPr>
          <p:cNvPr id="9" name="Рисунок 8">
            <a:extLst>
              <a:ext uri="{FF2B5EF4-FFF2-40B4-BE49-F238E27FC236}">
                <a16:creationId xmlns:a16="http://schemas.microsoft.com/office/drawing/2014/main" id="{38123362-CCCF-4F7B-CD68-3D34CFC85AC7}"/>
              </a:ext>
            </a:extLst>
          </p:cNvPr>
          <p:cNvPicPr>
            <a:picLocks noChangeAspect="1"/>
          </p:cNvPicPr>
          <p:nvPr/>
        </p:nvPicPr>
        <p:blipFill>
          <a:blip r:embed="rId5"/>
          <a:stretch>
            <a:fillRect/>
          </a:stretch>
        </p:blipFill>
        <p:spPr>
          <a:xfrm>
            <a:off x="4101519" y="635695"/>
            <a:ext cx="2979925" cy="4087594"/>
          </a:xfrm>
          <a:prstGeom prst="rect">
            <a:avLst/>
          </a:prstGeom>
        </p:spPr>
      </p:pic>
    </p:spTree>
    <p:extLst>
      <p:ext uri="{BB962C8B-B14F-4D97-AF65-F5344CB8AC3E}">
        <p14:creationId xmlns:p14="http://schemas.microsoft.com/office/powerpoint/2010/main" val="8897373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40"/>
        <p:cNvGrpSpPr/>
        <p:nvPr/>
      </p:nvGrpSpPr>
      <p:grpSpPr>
        <a:xfrm>
          <a:off x="0" y="0"/>
          <a:ext cx="0" cy="0"/>
          <a:chOff x="0" y="0"/>
          <a:chExt cx="0" cy="0"/>
        </a:xfrm>
      </p:grpSpPr>
      <p:sp>
        <p:nvSpPr>
          <p:cNvPr id="141" name="Google Shape;141;p24"/>
          <p:cNvSpPr txBox="1">
            <a:spLocks noGrp="1"/>
          </p:cNvSpPr>
          <p:nvPr>
            <p:ph type="title"/>
          </p:nvPr>
        </p:nvSpPr>
        <p:spPr>
          <a:xfrm>
            <a:off x="311700" y="-35287"/>
            <a:ext cx="8520600" cy="831300"/>
          </a:xfrm>
          <a:prstGeom prst="rect">
            <a:avLst/>
          </a:prstGeom>
        </p:spPr>
        <p:txBody>
          <a:bodyPr spcFirstLastPara="1" wrap="square" lIns="91425" tIns="91425" rIns="91425" bIns="91425" anchor="b" anchorCtr="0">
            <a:normAutofit/>
          </a:bodyPr>
          <a:lstStyle/>
          <a:p>
            <a:pPr marL="0" lvl="0" indent="0" algn="l" rtl="0">
              <a:spcBef>
                <a:spcPts val="0"/>
              </a:spcBef>
              <a:spcAft>
                <a:spcPts val="0"/>
              </a:spcAft>
              <a:buNone/>
            </a:pPr>
            <a:r>
              <a:rPr lang="uk" sz="3200" dirty="0"/>
              <a:t>Підсумки </a:t>
            </a:r>
            <a:endParaRPr sz="3200" dirty="0"/>
          </a:p>
        </p:txBody>
      </p:sp>
      <p:sp>
        <p:nvSpPr>
          <p:cNvPr id="142" name="Google Shape;142;p24"/>
          <p:cNvSpPr txBox="1">
            <a:spLocks noGrp="1"/>
          </p:cNvSpPr>
          <p:nvPr>
            <p:ph type="body" idx="1"/>
          </p:nvPr>
        </p:nvSpPr>
        <p:spPr>
          <a:xfrm>
            <a:off x="311700" y="653143"/>
            <a:ext cx="8608566" cy="4207615"/>
          </a:xfrm>
          <a:prstGeom prst="rect">
            <a:avLst/>
          </a:prstGeom>
        </p:spPr>
        <p:txBody>
          <a:bodyPr spcFirstLastPara="1" wrap="square" lIns="91425" tIns="91425" rIns="91425" bIns="91425" anchor="t" anchorCtr="0">
            <a:normAutofit fontScale="92500"/>
          </a:bodyPr>
          <a:lstStyle/>
          <a:p>
            <a:pPr marL="0" lvl="0" indent="0">
              <a:lnSpc>
                <a:spcPct val="150000"/>
              </a:lnSpc>
              <a:buNone/>
            </a:pPr>
            <a:r>
              <a:rPr lang="uk-UA" sz="1400" dirty="0">
                <a:latin typeface="Times New Roman" panose="02020603050405020304" pitchFamily="18" charset="0"/>
                <a:cs typeface="Times New Roman" panose="02020603050405020304" pitchFamily="18" charset="0"/>
              </a:rPr>
              <a:t>У результаті роботи розроблено систему процедурної генерації ігрового світу для </a:t>
            </a:r>
            <a:r>
              <a:rPr lang="en-US" sz="1400" dirty="0">
                <a:latin typeface="Times New Roman" panose="02020603050405020304" pitchFamily="18" charset="0"/>
                <a:cs typeface="Times New Roman" panose="02020603050405020304" pitchFamily="18" charset="0"/>
              </a:rPr>
              <a:t>Survival-</a:t>
            </a:r>
            <a:r>
              <a:rPr lang="uk-UA" sz="1400" dirty="0">
                <a:latin typeface="Times New Roman" panose="02020603050405020304" pitchFamily="18" charset="0"/>
                <a:cs typeface="Times New Roman" panose="02020603050405020304" pitchFamily="18" charset="0"/>
              </a:rPr>
              <a:t>ігри на базі </a:t>
            </a:r>
            <a:r>
              <a:rPr lang="en-US" sz="1400" dirty="0">
                <a:latin typeface="Times New Roman" panose="02020603050405020304" pitchFamily="18" charset="0"/>
                <a:cs typeface="Times New Roman" panose="02020603050405020304" pitchFamily="18" charset="0"/>
              </a:rPr>
              <a:t>Unreal Engine 5, </a:t>
            </a:r>
            <a:r>
              <a:rPr lang="uk-UA" sz="1400" dirty="0">
                <a:latin typeface="Times New Roman" panose="02020603050405020304" pitchFamily="18" charset="0"/>
                <a:cs typeface="Times New Roman" panose="02020603050405020304" pitchFamily="18" charset="0"/>
              </a:rPr>
              <a:t>яка забезпечує автоматичне створення ландшафту та блокових структур. Реалізовані алгоритми дозволяють формувати унікальні ігрові простори та підтримують стабільну роботу при генерації великих територій.</a:t>
            </a:r>
          </a:p>
          <a:p>
            <a:pPr marL="0" lvl="0" indent="0">
              <a:lnSpc>
                <a:spcPct val="150000"/>
              </a:lnSpc>
              <a:buNone/>
            </a:pPr>
            <a:endParaRPr lang="uk-UA" sz="1400" dirty="0">
              <a:latin typeface="Times New Roman" panose="02020603050405020304" pitchFamily="18" charset="0"/>
              <a:cs typeface="Times New Roman" panose="02020603050405020304" pitchFamily="18" charset="0"/>
            </a:endParaRPr>
          </a:p>
          <a:p>
            <a:pPr marL="0" lvl="0" indent="0">
              <a:lnSpc>
                <a:spcPct val="150000"/>
              </a:lnSpc>
              <a:buNone/>
            </a:pPr>
            <a:r>
              <a:rPr lang="uk-UA" sz="1400" dirty="0">
                <a:latin typeface="Times New Roman" panose="02020603050405020304" pitchFamily="18" charset="0"/>
                <a:cs typeface="Times New Roman" panose="02020603050405020304" pitchFamily="18" charset="0"/>
              </a:rPr>
              <a:t>Отримані результати є практично реалізованими в умовах сучасної ігрової розробки та відповідають підходам, що використовуються в комерційних проєктах. Система підвищує </a:t>
            </a:r>
            <a:r>
              <a:rPr lang="uk-UA" sz="1400" dirty="0" err="1">
                <a:latin typeface="Times New Roman" panose="02020603050405020304" pitchFamily="18" charset="0"/>
                <a:cs typeface="Times New Roman" panose="02020603050405020304" pitchFamily="18" charset="0"/>
              </a:rPr>
              <a:t>реіграбельність</a:t>
            </a:r>
            <a:r>
              <a:rPr lang="uk-UA" sz="1400" dirty="0">
                <a:latin typeface="Times New Roman" panose="02020603050405020304" pitchFamily="18" charset="0"/>
                <a:cs typeface="Times New Roman" panose="02020603050405020304" pitchFamily="18" charset="0"/>
              </a:rPr>
              <a:t>, зменшує витрати на ручне створення контенту та покращує оптимізацію великих ігрових світів.</a:t>
            </a:r>
          </a:p>
          <a:p>
            <a:pPr marL="0" lvl="0" indent="0">
              <a:lnSpc>
                <a:spcPct val="150000"/>
              </a:lnSpc>
              <a:buNone/>
            </a:pPr>
            <a:endParaRPr lang="uk-UA" sz="1400" dirty="0">
              <a:latin typeface="Times New Roman" panose="02020603050405020304" pitchFamily="18" charset="0"/>
              <a:cs typeface="Times New Roman" panose="02020603050405020304" pitchFamily="18" charset="0"/>
            </a:endParaRPr>
          </a:p>
          <a:p>
            <a:pPr marL="0" lvl="0" indent="0">
              <a:lnSpc>
                <a:spcPct val="150000"/>
              </a:lnSpc>
              <a:buNone/>
            </a:pPr>
            <a:r>
              <a:rPr lang="ru-RU" sz="1400" dirty="0" err="1">
                <a:latin typeface="Times New Roman" panose="02020603050405020304" pitchFamily="18" charset="0"/>
                <a:cs typeface="Times New Roman" panose="02020603050405020304" pitchFamily="18" charset="0"/>
              </a:rPr>
              <a:t>Розроблене</a:t>
            </a:r>
            <a:r>
              <a:rPr lang="ru-RU" sz="1400" dirty="0">
                <a:latin typeface="Times New Roman" panose="02020603050405020304" pitchFamily="18" charset="0"/>
                <a:cs typeface="Times New Roman" panose="02020603050405020304" pitchFamily="18" charset="0"/>
              </a:rPr>
              <a:t> </a:t>
            </a:r>
            <a:r>
              <a:rPr lang="ru-RU" sz="1400" dirty="0" err="1">
                <a:latin typeface="Times New Roman" panose="02020603050405020304" pitchFamily="18" charset="0"/>
                <a:cs typeface="Times New Roman" panose="02020603050405020304" pitchFamily="18" charset="0"/>
              </a:rPr>
              <a:t>програмне</a:t>
            </a:r>
            <a:r>
              <a:rPr lang="ru-RU" sz="1400" dirty="0">
                <a:latin typeface="Times New Roman" panose="02020603050405020304" pitchFamily="18" charset="0"/>
                <a:cs typeface="Times New Roman" panose="02020603050405020304" pitchFamily="18" charset="0"/>
              </a:rPr>
              <a:t> </a:t>
            </a:r>
            <a:r>
              <a:rPr lang="ru-RU" sz="1400" dirty="0" err="1">
                <a:latin typeface="Times New Roman" panose="02020603050405020304" pitchFamily="18" charset="0"/>
                <a:cs typeface="Times New Roman" panose="02020603050405020304" pitchFamily="18" charset="0"/>
              </a:rPr>
              <a:t>забезпечення</a:t>
            </a:r>
            <a:r>
              <a:rPr lang="ru-RU" sz="1400" dirty="0">
                <a:latin typeface="Times New Roman" panose="02020603050405020304" pitchFamily="18" charset="0"/>
                <a:cs typeface="Times New Roman" panose="02020603050405020304" pitchFamily="18" charset="0"/>
              </a:rPr>
              <a:t> </a:t>
            </a:r>
            <a:r>
              <a:rPr lang="ru-RU" sz="1400" dirty="0" err="1">
                <a:latin typeface="Times New Roman" panose="02020603050405020304" pitchFamily="18" charset="0"/>
                <a:cs typeface="Times New Roman" panose="02020603050405020304" pitchFamily="18" charset="0"/>
              </a:rPr>
              <a:t>може</a:t>
            </a:r>
            <a:r>
              <a:rPr lang="ru-RU" sz="1400" dirty="0">
                <a:latin typeface="Times New Roman" panose="02020603050405020304" pitchFamily="18" charset="0"/>
                <a:cs typeface="Times New Roman" panose="02020603050405020304" pitchFamily="18" charset="0"/>
              </a:rPr>
              <a:t> бути </a:t>
            </a:r>
            <a:r>
              <a:rPr lang="ru-RU" sz="1400" dirty="0" err="1">
                <a:latin typeface="Times New Roman" panose="02020603050405020304" pitchFamily="18" charset="0"/>
                <a:cs typeface="Times New Roman" panose="02020603050405020304" pitchFamily="18" charset="0"/>
              </a:rPr>
              <a:t>використане</a:t>
            </a:r>
            <a:r>
              <a:rPr lang="ru-RU" sz="1400" dirty="0">
                <a:latin typeface="Times New Roman" panose="02020603050405020304" pitchFamily="18" charset="0"/>
                <a:cs typeface="Times New Roman" panose="02020603050405020304" pitchFamily="18" charset="0"/>
              </a:rPr>
              <a:t> як основа для </a:t>
            </a:r>
            <a:r>
              <a:rPr lang="ru-RU" sz="1400" dirty="0" err="1">
                <a:latin typeface="Times New Roman" panose="02020603050405020304" pitchFamily="18" charset="0"/>
                <a:cs typeface="Times New Roman" panose="02020603050405020304" pitchFamily="18" charset="0"/>
              </a:rPr>
              <a:t>створення</a:t>
            </a:r>
            <a:r>
              <a:rPr lang="ru-RU" sz="1400" dirty="0">
                <a:latin typeface="Times New Roman" panose="02020603050405020304" pitchFamily="18" charset="0"/>
                <a:cs typeface="Times New Roman" panose="02020603050405020304" pitchFamily="18" charset="0"/>
              </a:rPr>
              <a:t> </a:t>
            </a:r>
            <a:r>
              <a:rPr lang="ru-RU" sz="1400" dirty="0" err="1">
                <a:latin typeface="Times New Roman" panose="02020603050405020304" pitchFamily="18" charset="0"/>
                <a:cs typeface="Times New Roman" panose="02020603050405020304" pitchFamily="18" charset="0"/>
              </a:rPr>
              <a:t>Survival-ігор</a:t>
            </a:r>
            <a:r>
              <a:rPr lang="ru-RU" sz="1400" dirty="0">
                <a:latin typeface="Times New Roman" panose="02020603050405020304" pitchFamily="18" charset="0"/>
                <a:cs typeface="Times New Roman" panose="02020603050405020304" pitchFamily="18" charset="0"/>
              </a:rPr>
              <a:t>, </a:t>
            </a:r>
            <a:r>
              <a:rPr lang="ru-RU" sz="1400" dirty="0" err="1">
                <a:latin typeface="Times New Roman" panose="02020603050405020304" pitchFamily="18" charset="0"/>
                <a:cs typeface="Times New Roman" panose="02020603050405020304" pitchFamily="18" charset="0"/>
              </a:rPr>
              <a:t>прототипів</a:t>
            </a:r>
            <a:r>
              <a:rPr lang="ru-RU" sz="1400" dirty="0">
                <a:latin typeface="Times New Roman" panose="02020603050405020304" pitchFamily="18" charset="0"/>
                <a:cs typeface="Times New Roman" panose="02020603050405020304" pitchFamily="18" charset="0"/>
              </a:rPr>
              <a:t> </a:t>
            </a:r>
            <a:r>
              <a:rPr lang="ru-RU" sz="1400" dirty="0" err="1">
                <a:latin typeface="Times New Roman" panose="02020603050405020304" pitchFamily="18" charset="0"/>
                <a:cs typeface="Times New Roman" panose="02020603050405020304" pitchFamily="18" charset="0"/>
              </a:rPr>
              <a:t>відкритих</a:t>
            </a:r>
            <a:r>
              <a:rPr lang="ru-RU" sz="1400" dirty="0">
                <a:latin typeface="Times New Roman" panose="02020603050405020304" pitchFamily="18" charset="0"/>
                <a:cs typeface="Times New Roman" panose="02020603050405020304" pitchFamily="18" charset="0"/>
              </a:rPr>
              <a:t> </a:t>
            </a:r>
            <a:r>
              <a:rPr lang="ru-RU" sz="1400" dirty="0" err="1">
                <a:latin typeface="Times New Roman" panose="02020603050405020304" pitchFamily="18" charset="0"/>
                <a:cs typeface="Times New Roman" panose="02020603050405020304" pitchFamily="18" charset="0"/>
              </a:rPr>
              <a:t>світів</a:t>
            </a:r>
            <a:r>
              <a:rPr lang="ru-RU" sz="1400" dirty="0">
                <a:latin typeface="Times New Roman" panose="02020603050405020304" pitchFamily="18" charset="0"/>
                <a:cs typeface="Times New Roman" panose="02020603050405020304" pitchFamily="18" charset="0"/>
              </a:rPr>
              <a:t> </a:t>
            </a:r>
            <a:r>
              <a:rPr lang="ru-RU" sz="1400" dirty="0" err="1">
                <a:latin typeface="Times New Roman" panose="02020603050405020304" pitchFamily="18" charset="0"/>
                <a:cs typeface="Times New Roman" panose="02020603050405020304" pitchFamily="18" charset="0"/>
              </a:rPr>
              <a:t>або</a:t>
            </a:r>
            <a:r>
              <a:rPr lang="ru-RU" sz="1400" dirty="0">
                <a:latin typeface="Times New Roman" panose="02020603050405020304" pitchFamily="18" charset="0"/>
                <a:cs typeface="Times New Roman" panose="02020603050405020304" pitchFamily="18" charset="0"/>
              </a:rPr>
              <a:t> </a:t>
            </a:r>
            <a:r>
              <a:rPr lang="ru-RU" sz="1400" dirty="0" err="1">
                <a:latin typeface="Times New Roman" panose="02020603050405020304" pitchFamily="18" charset="0"/>
                <a:cs typeface="Times New Roman" panose="02020603050405020304" pitchFamily="18" charset="0"/>
              </a:rPr>
              <a:t>навчальних</a:t>
            </a:r>
            <a:r>
              <a:rPr lang="ru-RU" sz="1400" dirty="0">
                <a:latin typeface="Times New Roman" panose="02020603050405020304" pitchFamily="18" charset="0"/>
                <a:cs typeface="Times New Roman" panose="02020603050405020304" pitchFamily="18" charset="0"/>
              </a:rPr>
              <a:t> </a:t>
            </a:r>
            <a:r>
              <a:rPr lang="ru-RU" sz="1400" dirty="0" err="1">
                <a:latin typeface="Times New Roman" panose="02020603050405020304" pitchFamily="18" charset="0"/>
                <a:cs typeface="Times New Roman" panose="02020603050405020304" pitchFamily="18" charset="0"/>
              </a:rPr>
              <a:t>проєктів</a:t>
            </a:r>
            <a:r>
              <a:rPr lang="ru-RU" sz="1400" dirty="0">
                <a:latin typeface="Times New Roman" panose="02020603050405020304" pitchFamily="18" charset="0"/>
                <a:cs typeface="Times New Roman" panose="02020603050405020304" pitchFamily="18" charset="0"/>
              </a:rPr>
              <a:t> з </a:t>
            </a:r>
            <a:r>
              <a:rPr lang="ru-RU" sz="1400" dirty="0" err="1">
                <a:latin typeface="Times New Roman" panose="02020603050405020304" pitchFamily="18" charset="0"/>
                <a:cs typeface="Times New Roman" panose="02020603050405020304" pitchFamily="18" charset="0"/>
              </a:rPr>
              <a:t>процедурної</a:t>
            </a:r>
            <a:r>
              <a:rPr lang="ru-RU" sz="1400" dirty="0">
                <a:latin typeface="Times New Roman" panose="02020603050405020304" pitchFamily="18" charset="0"/>
                <a:cs typeface="Times New Roman" panose="02020603050405020304" pitchFamily="18" charset="0"/>
              </a:rPr>
              <a:t> </a:t>
            </a:r>
            <a:r>
              <a:rPr lang="ru-RU" sz="1400" dirty="0" err="1">
                <a:latin typeface="Times New Roman" panose="02020603050405020304" pitchFamily="18" charset="0"/>
                <a:cs typeface="Times New Roman" panose="02020603050405020304" pitchFamily="18" charset="0"/>
              </a:rPr>
              <a:t>генерації</a:t>
            </a:r>
            <a:r>
              <a:rPr lang="ru-RU" sz="1400" dirty="0">
                <a:latin typeface="Times New Roman" panose="02020603050405020304" pitchFamily="18" charset="0"/>
                <a:cs typeface="Times New Roman" panose="02020603050405020304" pitchFamily="18" charset="0"/>
              </a:rPr>
              <a:t> в </a:t>
            </a:r>
            <a:r>
              <a:rPr lang="ru-RU" sz="1400" dirty="0" err="1">
                <a:latin typeface="Times New Roman" panose="02020603050405020304" pitchFamily="18" charset="0"/>
                <a:cs typeface="Times New Roman" panose="02020603050405020304" pitchFamily="18" charset="0"/>
              </a:rPr>
              <a:t>Unreal</a:t>
            </a:r>
            <a:r>
              <a:rPr lang="ru-RU" sz="1400" dirty="0">
                <a:latin typeface="Times New Roman" panose="02020603050405020304" pitchFamily="18" charset="0"/>
                <a:cs typeface="Times New Roman" panose="02020603050405020304" pitchFamily="18" charset="0"/>
              </a:rPr>
              <a:t> Engine 5.</a:t>
            </a:r>
          </a:p>
          <a:p>
            <a:pPr marL="0" lvl="0" indent="0">
              <a:lnSpc>
                <a:spcPct val="150000"/>
              </a:lnSpc>
              <a:buNone/>
            </a:pPr>
            <a:endParaRPr lang="ru-RU" sz="1400" dirty="0">
              <a:latin typeface="Times New Roman" panose="02020603050405020304" pitchFamily="18" charset="0"/>
              <a:cs typeface="Times New Roman" panose="02020603050405020304" pitchFamily="18" charset="0"/>
            </a:endParaRPr>
          </a:p>
          <a:p>
            <a:pPr marL="0" lvl="0" indent="0">
              <a:lnSpc>
                <a:spcPct val="150000"/>
              </a:lnSpc>
              <a:buNone/>
            </a:pPr>
            <a:r>
              <a:rPr lang="uk-UA" sz="1400" dirty="0">
                <a:latin typeface="Times New Roman" panose="02020603050405020304" pitchFamily="18" charset="0"/>
                <a:cs typeface="Times New Roman" panose="02020603050405020304" pitchFamily="18" charset="0"/>
              </a:rPr>
              <a:t>Подальший розвиток може включати розширення системи </a:t>
            </a:r>
            <a:r>
              <a:rPr lang="uk-UA" sz="1400" dirty="0" err="1">
                <a:latin typeface="Times New Roman" panose="02020603050405020304" pitchFamily="18" charset="0"/>
                <a:cs typeface="Times New Roman" panose="02020603050405020304" pitchFamily="18" charset="0"/>
              </a:rPr>
              <a:t>біомів</a:t>
            </a:r>
            <a:r>
              <a:rPr lang="en-US" sz="1400" dirty="0">
                <a:latin typeface="Times New Roman" panose="02020603050405020304" pitchFamily="18" charset="0"/>
                <a:cs typeface="Times New Roman" panose="02020603050405020304" pitchFamily="18" charset="0"/>
              </a:rPr>
              <a:t>, </a:t>
            </a:r>
            <a:r>
              <a:rPr lang="uk-UA" sz="1400" dirty="0">
                <a:latin typeface="Times New Roman" panose="02020603050405020304" pitchFamily="18" charset="0"/>
                <a:cs typeface="Times New Roman" panose="02020603050405020304" pitchFamily="18" charset="0"/>
              </a:rPr>
              <a:t>інтеграцію більш складних алгоритмів генерації (наприклад машинного навчання), а також оптимізацію для </a:t>
            </a:r>
            <a:r>
              <a:rPr lang="uk-UA" sz="1400" dirty="0" err="1">
                <a:latin typeface="Times New Roman" panose="02020603050405020304" pitchFamily="18" charset="0"/>
                <a:cs typeface="Times New Roman" panose="02020603050405020304" pitchFamily="18" charset="0"/>
              </a:rPr>
              <a:t>мультиплеєрного</a:t>
            </a:r>
            <a:r>
              <a:rPr lang="uk-UA" sz="1400" dirty="0">
                <a:latin typeface="Times New Roman" panose="02020603050405020304" pitchFamily="18" charset="0"/>
                <a:cs typeface="Times New Roman" panose="02020603050405020304" pitchFamily="18" charset="0"/>
              </a:rPr>
              <a:t> режиму.</a:t>
            </a:r>
          </a:p>
        </p:txBody>
      </p:sp>
      <p:pic>
        <p:nvPicPr>
          <p:cNvPr id="143" name="Google Shape;143;p24"/>
          <p:cNvPicPr preferRelativeResize="0"/>
          <p:nvPr/>
        </p:nvPicPr>
        <p:blipFill>
          <a:blip r:embed="rId3">
            <a:alphaModFix/>
          </a:blip>
          <a:stretch>
            <a:fillRect/>
          </a:stretch>
        </p:blipFill>
        <p:spPr>
          <a:xfrm>
            <a:off x="268925" y="4359500"/>
            <a:ext cx="862250" cy="581750"/>
          </a:xfrm>
          <a:prstGeom prst="rect">
            <a:avLst/>
          </a:prstGeom>
          <a:noFill/>
          <a:ln>
            <a:noFill/>
          </a:ln>
        </p:spPr>
      </p:pic>
      <p:sp>
        <p:nvSpPr>
          <p:cNvPr id="2" name="TextBox 1">
            <a:extLst>
              <a:ext uri="{FF2B5EF4-FFF2-40B4-BE49-F238E27FC236}">
                <a16:creationId xmlns:a16="http://schemas.microsoft.com/office/drawing/2014/main" id="{2B5B94D8-63F6-7EAC-6461-2DB4B135596F}"/>
              </a:ext>
            </a:extLst>
          </p:cNvPr>
          <p:cNvSpPr txBox="1"/>
          <p:nvPr/>
        </p:nvSpPr>
        <p:spPr>
          <a:xfrm>
            <a:off x="8778240" y="4606349"/>
            <a:ext cx="284052" cy="307777"/>
          </a:xfrm>
          <a:prstGeom prst="rect">
            <a:avLst/>
          </a:prstGeom>
          <a:noFill/>
        </p:spPr>
        <p:txBody>
          <a:bodyPr wrap="none" rtlCol="0">
            <a:spAutoFit/>
          </a:bodyPr>
          <a:lstStyle/>
          <a:p>
            <a:fld id="{A35EEF41-5B9E-4186-8855-3C8162DCC2D6}" type="slidenum">
              <a:rPr lang="uk-UA" smtClean="0"/>
              <a:t>13</a:t>
            </a:fld>
            <a:endParaRPr lang="uk-UA" dirty="0"/>
          </a:p>
        </p:txBody>
      </p:sp>
    </p:spTree>
  </p:cSld>
  <p:clrMapOvr>
    <a:masterClrMapping/>
  </p:clrMapOvr>
</p:sld>
</file>

<file path=ppt/theme/theme1.xml><?xml version="1.0" encoding="utf-8"?>
<a:theme xmlns:a="http://schemas.openxmlformats.org/drawingml/2006/main" name="Шаблон презентації кваліфікаційної роботи магістрів">
  <a:themeElements>
    <a:clrScheme name="Luxe">
      <a:dk1>
        <a:srgbClr val="000000"/>
      </a:dk1>
      <a:lt1>
        <a:srgbClr val="FFFFFF"/>
      </a:lt1>
      <a:dk2>
        <a:srgbClr val="B7B7B7"/>
      </a:dk2>
      <a:lt2>
        <a:srgbClr val="CCA677"/>
      </a:lt2>
      <a:accent1>
        <a:srgbClr val="5D4037"/>
      </a:accent1>
      <a:accent2>
        <a:srgbClr val="455A64"/>
      </a:accent2>
      <a:accent3>
        <a:srgbClr val="57BB8A"/>
      </a:accent3>
      <a:accent4>
        <a:srgbClr val="78909C"/>
      </a:accent4>
      <a:accent5>
        <a:srgbClr val="607D8B"/>
      </a:accent5>
      <a:accent6>
        <a:srgbClr val="DCE755"/>
      </a:accent6>
      <a:hlink>
        <a:srgbClr val="607D8B"/>
      </a:hlink>
      <a:folHlink>
        <a:srgbClr val="607D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Шаблон презентації кваліфікаційної роботи магістрів" id="{72E840FA-3155-46C9-BB37-701E4C9B1C67}" vid="{DC416FE5-D050-4603-AD75-8F49A0CCCB6A}"/>
    </a:ext>
  </a:ext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Тео</Template>
  <TotalTime>142</TotalTime>
  <Words>825</Words>
  <Application>Microsoft Office PowerPoint</Application>
  <PresentationFormat>On-screen Show (16:9)</PresentationFormat>
  <Paragraphs>71</Paragraphs>
  <Slides>13</Slides>
  <Notes>13</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13</vt:i4>
      </vt:variant>
    </vt:vector>
  </HeadingPairs>
  <TitlesOfParts>
    <vt:vector size="18" baseType="lpstr">
      <vt:lpstr>Economica</vt:lpstr>
      <vt:lpstr>Arial</vt:lpstr>
      <vt:lpstr>Times New Roman</vt:lpstr>
      <vt:lpstr>Open Sans</vt:lpstr>
      <vt:lpstr>Шаблон презентації кваліфікаційної роботи магістрів</vt:lpstr>
      <vt:lpstr>Ігрове програмне забезпечення в жанрі Survival на рушії Unreal Engine 5: Ігрове програмне забезпечення в жанрі Survival на рушії Unreal Engine 5: Системи генерації та побудови світу</vt:lpstr>
      <vt:lpstr>Мета роботи</vt:lpstr>
      <vt:lpstr>Аналіз проблеми (аналіз існуючих рішень) </vt:lpstr>
      <vt:lpstr>Постановка задачі та опис системи</vt:lpstr>
      <vt:lpstr>Вибір технологій розробки </vt:lpstr>
      <vt:lpstr>Архітектура створенного програмного забезпечення</vt:lpstr>
      <vt:lpstr>Опис програмного забезпечення, що було використано у дослідженні</vt:lpstr>
      <vt:lpstr>Дизайн системи</vt:lpstr>
      <vt:lpstr>Приклад реалізації</vt:lpstr>
      <vt:lpstr>Інтерфейс користувача </vt:lpstr>
      <vt:lpstr>Тестування</vt:lpstr>
      <vt:lpstr>Публікація результатів </vt:lpstr>
      <vt:lpstr>Підсумки </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Ігрове програмне забезпечення в жанрі Survival на рушії Unreal Engine 5: Ігрове програмне забезпечення в жанрі Survival на рушії Unreal Engine 5: Системи генерації та побудови світу</dc:title>
  <dc:creator>Teo Enot</dc:creator>
  <cp:lastModifiedBy>Timofey Panoramic</cp:lastModifiedBy>
  <cp:revision>12</cp:revision>
  <dcterms:created xsi:type="dcterms:W3CDTF">2026-05-19T10:27:56Z</dcterms:created>
  <dcterms:modified xsi:type="dcterms:W3CDTF">2026-05-21T21:08:22Z</dcterms:modified>
</cp:coreProperties>
</file>